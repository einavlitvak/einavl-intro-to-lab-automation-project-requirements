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4"/>
  </p:sldMasterIdLst>
  <p:sldIdLst>
    <p:sldId id="256" r:id="rId5"/>
    <p:sldId id="262" r:id="rId6"/>
    <p:sldId id="263" r:id="rId7"/>
    <p:sldId id="261" r:id="rId8"/>
    <p:sldId id="264" r:id="rId9"/>
    <p:sldId id="258" r:id="rId10"/>
    <p:sldId id="259" r:id="rId11"/>
    <p:sldId id="265" r:id="rId12"/>
    <p:sldId id="257" r:id="rId13"/>
    <p:sldId id="266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E6soOeVPOJ0Pj5sMui4KPDiTa7HY50y3" TargetMode="External"/><Relationship Id="rId2" Type="http://schemas.openxmlformats.org/officeDocument/2006/relationships/hyperlink" Target="https://wiki.analog.com/university/tools/m2k/users" TargetMode="External"/><Relationship Id="rId1" Type="http://schemas.openxmlformats.org/officeDocument/2006/relationships/hyperlink" Target="https://wiki.seeedstudio.com/Grove-Beginner-Kit-For-Arduino" TargetMode="External"/><Relationship Id="rId5" Type="http://schemas.openxmlformats.org/officeDocument/2006/relationships/hyperlink" Target="https://wiki.seeedstudio.com/Grove-Beginner-Kit-for-Arduino-education-pack/" TargetMode="External"/><Relationship Id="rId4" Type="http://schemas.openxmlformats.org/officeDocument/2006/relationships/hyperlink" Target="https://www.ratoeducation.be/fr/grove-beginner-kit-for-arduino-education-add-on-pa.html" TargetMode="Externa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s/desktop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hyperlink" Target="https://www.arduino.cc/en/software" TargetMode="External"/><Relationship Id="rId4" Type="http://schemas.openxmlformats.org/officeDocument/2006/relationships/hyperlink" Target="https://wiki.analog.com/university/tools/m2k/scopy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E6soOeVPOJ0Pj5sMui4KPDiTa7HY50y3" TargetMode="External"/><Relationship Id="rId2" Type="http://schemas.openxmlformats.org/officeDocument/2006/relationships/hyperlink" Target="https://wiki.analog.com/university/tools/m2k/users" TargetMode="External"/><Relationship Id="rId1" Type="http://schemas.openxmlformats.org/officeDocument/2006/relationships/hyperlink" Target="https://wiki.seeedstudio.com/Grove-Beginner-Kit-For-Arduino" TargetMode="External"/><Relationship Id="rId5" Type="http://schemas.openxmlformats.org/officeDocument/2006/relationships/hyperlink" Target="https://wiki.seeedstudio.com/Grove-Beginner-Kit-for-Arduino-education-pack/" TargetMode="External"/><Relationship Id="rId4" Type="http://schemas.openxmlformats.org/officeDocument/2006/relationships/hyperlink" Target="https://www.ratoeducation.be/fr/grove-beginner-kit-for-arduino-education-add-on-pa.html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wiki.analog.com/university/tools/m2k/scopy" TargetMode="External"/><Relationship Id="rId1" Type="http://schemas.openxmlformats.org/officeDocument/2006/relationships/hyperlink" Target="https://www.arduino.cc/en/software" TargetMode="External"/><Relationship Id="rId4" Type="http://schemas.openxmlformats.org/officeDocument/2006/relationships/hyperlink" Target="https://github.com/apps/desktop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669A9D-DA97-4B7E-AEB2-5D201B7D373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007F3D-023F-4A07-87C0-8D5523A4C501}">
      <dgm:prSet/>
      <dgm:spPr/>
      <dgm:t>
        <a:bodyPr/>
        <a:lstStyle/>
        <a:p>
          <a:r>
            <a:rPr lang="en-US" b="1" i="0" dirty="0"/>
            <a:t>Grove Beginner Kit For Arduino </a:t>
          </a:r>
          <a:r>
            <a:rPr lang="en-US" dirty="0"/>
            <a:t>– includes the Arduino development board and peripherals - </a:t>
          </a:r>
          <a:r>
            <a:rPr lang="en-US" dirty="0">
              <a:hlinkClick xmlns:r="http://schemas.openxmlformats.org/officeDocument/2006/relationships" r:id="rId1"/>
            </a:rPr>
            <a:t>https://wiki.seeedstudio.com/Grove-Beginner-Kit-For-Arduino</a:t>
          </a:r>
          <a:endParaRPr lang="en-US" dirty="0"/>
        </a:p>
      </dgm:t>
    </dgm:pt>
    <dgm:pt modelId="{ACD9E7D4-7263-4A4A-A9DF-46875BCFB63F}" type="parTrans" cxnId="{834181D4-635B-449E-8F32-841DF431FF02}">
      <dgm:prSet/>
      <dgm:spPr/>
      <dgm:t>
        <a:bodyPr/>
        <a:lstStyle/>
        <a:p>
          <a:endParaRPr lang="en-US"/>
        </a:p>
      </dgm:t>
    </dgm:pt>
    <dgm:pt modelId="{B810E2E2-FA6F-4B02-99EB-D531D623425E}" type="sibTrans" cxnId="{834181D4-635B-449E-8F32-841DF431FF02}">
      <dgm:prSet/>
      <dgm:spPr/>
      <dgm:t>
        <a:bodyPr/>
        <a:lstStyle/>
        <a:p>
          <a:endParaRPr lang="en-US"/>
        </a:p>
      </dgm:t>
    </dgm:pt>
    <dgm:pt modelId="{572C8389-E0EC-4B3B-AA0B-6FDCFD55B174}">
      <dgm:prSet/>
      <dgm:spPr/>
      <dgm:t>
        <a:bodyPr/>
        <a:lstStyle/>
        <a:p>
          <a:r>
            <a:rPr lang="en-US" b="1" dirty="0"/>
            <a:t>ADALM 2000 </a:t>
          </a:r>
          <a:r>
            <a:rPr lang="en-US" dirty="0"/>
            <a:t>– encompasses several instruments among them is the oscilloscope - </a:t>
          </a:r>
          <a:r>
            <a:rPr lang="en-US" dirty="0">
              <a:hlinkClick xmlns:r="http://schemas.openxmlformats.org/officeDocument/2006/relationships" r:id="rId2"/>
            </a:rPr>
            <a:t>https://wiki.analog.com/university/tools/m2k/users</a:t>
          </a:r>
          <a:endParaRPr lang="en-US" dirty="0"/>
        </a:p>
        <a:p>
          <a:r>
            <a:rPr lang="en-US" dirty="0">
              <a:hlinkClick xmlns:r="http://schemas.openxmlformats.org/officeDocument/2006/relationships" r:id="rId3"/>
            </a:rPr>
            <a:t>https://www.youtube.com/playlist?list=PLE6soOeVPOJ0Pj5sMui4KPDiTa7HY50y3</a:t>
          </a:r>
          <a:endParaRPr lang="en-US" dirty="0"/>
        </a:p>
      </dgm:t>
    </dgm:pt>
    <dgm:pt modelId="{76512A5F-E2A1-4619-8D55-A8A2344B19AC}" type="parTrans" cxnId="{4B2CA7F5-BC58-421D-B9EF-BAEA5E4096A0}">
      <dgm:prSet/>
      <dgm:spPr/>
      <dgm:t>
        <a:bodyPr/>
        <a:lstStyle/>
        <a:p>
          <a:endParaRPr lang="en-US"/>
        </a:p>
      </dgm:t>
    </dgm:pt>
    <dgm:pt modelId="{460EFF0F-31B8-4725-A0DA-D7C4DC1E04D6}" type="sibTrans" cxnId="{4B2CA7F5-BC58-421D-B9EF-BAEA5E4096A0}">
      <dgm:prSet/>
      <dgm:spPr/>
      <dgm:t>
        <a:bodyPr/>
        <a:lstStyle/>
        <a:p>
          <a:endParaRPr lang="en-US"/>
        </a:p>
      </dgm:t>
    </dgm:pt>
    <dgm:pt modelId="{BA8ED32C-6BE0-4927-8F62-0B6EFB7A6FAA}">
      <dgm:prSet/>
      <dgm:spPr/>
      <dgm:t>
        <a:bodyPr/>
        <a:lstStyle/>
        <a:p>
          <a:r>
            <a:rPr lang="en-US" b="1" dirty="0" err="1"/>
            <a:t>Seeed</a:t>
          </a:r>
          <a:r>
            <a:rPr lang="en-US" b="1" dirty="0"/>
            <a:t> Grove Beginner kit for Arduino Education </a:t>
          </a:r>
          <a:r>
            <a:rPr lang="en-US" b="1" u="sng" dirty="0"/>
            <a:t>add on pack </a:t>
          </a:r>
          <a:r>
            <a:rPr lang="en-US" dirty="0"/>
            <a:t>–</a:t>
          </a:r>
          <a:br>
            <a:rPr lang="en-US" dirty="0"/>
          </a:br>
          <a:r>
            <a:rPr lang="en-US" dirty="0">
              <a:hlinkClick xmlns:r="http://schemas.openxmlformats.org/officeDocument/2006/relationships" r:id="rId4"/>
            </a:rPr>
            <a:t>https://www.ratoeducation.be/fr/grove-beginner-kit-for-arduino-education-add-on-pa.html</a:t>
          </a:r>
          <a:br>
            <a:rPr lang="en-US" dirty="0"/>
          </a:br>
          <a:r>
            <a:rPr lang="en-US" dirty="0">
              <a:hlinkClick xmlns:r="http://schemas.openxmlformats.org/officeDocument/2006/relationships" r:id="rId5"/>
            </a:rPr>
            <a:t>https://wiki.seeedstudio.com/Grove-Beginner-Kit-for-Arduino-education-pack/</a:t>
          </a:r>
          <a:br>
            <a:rPr lang="en-US" dirty="0"/>
          </a:br>
          <a:endParaRPr lang="en-US" dirty="0"/>
        </a:p>
      </dgm:t>
    </dgm:pt>
    <dgm:pt modelId="{2513D52B-E96A-457D-83C8-82B7264E49ED}" type="parTrans" cxnId="{208F19D5-F4D5-4D65-8ED6-8E28EC1EEA52}">
      <dgm:prSet/>
      <dgm:spPr/>
      <dgm:t>
        <a:bodyPr/>
        <a:lstStyle/>
        <a:p>
          <a:endParaRPr lang="en-US"/>
        </a:p>
      </dgm:t>
    </dgm:pt>
    <dgm:pt modelId="{3B48FBD4-F42A-4826-A3A0-4EE61D07EBEA}" type="sibTrans" cxnId="{208F19D5-F4D5-4D65-8ED6-8E28EC1EEA52}">
      <dgm:prSet/>
      <dgm:spPr/>
      <dgm:t>
        <a:bodyPr/>
        <a:lstStyle/>
        <a:p>
          <a:endParaRPr lang="en-US"/>
        </a:p>
      </dgm:t>
    </dgm:pt>
    <dgm:pt modelId="{60A56651-6BEA-45E4-A7CE-E3F552BB8579}">
      <dgm:prSet/>
      <dgm:spPr/>
      <dgm:t>
        <a:bodyPr/>
        <a:lstStyle/>
        <a:p>
          <a:r>
            <a:rPr lang="en-US" dirty="0"/>
            <a:t>Handful of connecting wires</a:t>
          </a:r>
        </a:p>
      </dgm:t>
    </dgm:pt>
    <dgm:pt modelId="{3AFE083C-DE94-4F27-ABC8-070B13CBA258}" type="parTrans" cxnId="{18E4B69B-6E36-4D22-8276-3B58D1F13ECA}">
      <dgm:prSet/>
      <dgm:spPr/>
      <dgm:t>
        <a:bodyPr/>
        <a:lstStyle/>
        <a:p>
          <a:endParaRPr lang="en-US"/>
        </a:p>
      </dgm:t>
    </dgm:pt>
    <dgm:pt modelId="{28520E63-8E66-4F19-81CA-1F3D6D21732D}" type="sibTrans" cxnId="{18E4B69B-6E36-4D22-8276-3B58D1F13ECA}">
      <dgm:prSet/>
      <dgm:spPr/>
      <dgm:t>
        <a:bodyPr/>
        <a:lstStyle/>
        <a:p>
          <a:endParaRPr lang="en-US"/>
        </a:p>
      </dgm:t>
    </dgm:pt>
    <dgm:pt modelId="{CB3623DC-BC72-43B9-85AA-F254A8BDF0CA}" type="pres">
      <dgm:prSet presAssocID="{7E669A9D-DA97-4B7E-AEB2-5D201B7D3739}" presName="vert0" presStyleCnt="0">
        <dgm:presLayoutVars>
          <dgm:dir/>
          <dgm:animOne val="branch"/>
          <dgm:animLvl val="lvl"/>
        </dgm:presLayoutVars>
      </dgm:prSet>
      <dgm:spPr/>
    </dgm:pt>
    <dgm:pt modelId="{FC2206FA-99D5-46D9-80D2-1852DB7BA81F}" type="pres">
      <dgm:prSet presAssocID="{7B007F3D-023F-4A07-87C0-8D5523A4C501}" presName="thickLine" presStyleLbl="alignNode1" presStyleIdx="0" presStyleCnt="4"/>
      <dgm:spPr/>
    </dgm:pt>
    <dgm:pt modelId="{C12084F7-AC32-43A2-95A5-A96841C68C7D}" type="pres">
      <dgm:prSet presAssocID="{7B007F3D-023F-4A07-87C0-8D5523A4C501}" presName="horz1" presStyleCnt="0"/>
      <dgm:spPr/>
    </dgm:pt>
    <dgm:pt modelId="{DCB807CA-AE38-4027-A2DF-4D3646CF96E8}" type="pres">
      <dgm:prSet presAssocID="{7B007F3D-023F-4A07-87C0-8D5523A4C501}" presName="tx1" presStyleLbl="revTx" presStyleIdx="0" presStyleCnt="4"/>
      <dgm:spPr/>
    </dgm:pt>
    <dgm:pt modelId="{13F2848F-8E53-48FA-AAAB-994EDCFA2EF4}" type="pres">
      <dgm:prSet presAssocID="{7B007F3D-023F-4A07-87C0-8D5523A4C501}" presName="vert1" presStyleCnt="0"/>
      <dgm:spPr/>
    </dgm:pt>
    <dgm:pt modelId="{249F3836-89E5-41A8-B195-025402992A87}" type="pres">
      <dgm:prSet presAssocID="{572C8389-E0EC-4B3B-AA0B-6FDCFD55B174}" presName="thickLine" presStyleLbl="alignNode1" presStyleIdx="1" presStyleCnt="4"/>
      <dgm:spPr/>
    </dgm:pt>
    <dgm:pt modelId="{DAC0444C-27FD-464E-8AA1-ED2651C7DE47}" type="pres">
      <dgm:prSet presAssocID="{572C8389-E0EC-4B3B-AA0B-6FDCFD55B174}" presName="horz1" presStyleCnt="0"/>
      <dgm:spPr/>
    </dgm:pt>
    <dgm:pt modelId="{CB5CE4C8-B127-4168-BF55-00B39E26B6E6}" type="pres">
      <dgm:prSet presAssocID="{572C8389-E0EC-4B3B-AA0B-6FDCFD55B174}" presName="tx1" presStyleLbl="revTx" presStyleIdx="1" presStyleCnt="4"/>
      <dgm:spPr/>
    </dgm:pt>
    <dgm:pt modelId="{F7A919AF-523D-4C05-A9CE-DF13C3DA3BFD}" type="pres">
      <dgm:prSet presAssocID="{572C8389-E0EC-4B3B-AA0B-6FDCFD55B174}" presName="vert1" presStyleCnt="0"/>
      <dgm:spPr/>
    </dgm:pt>
    <dgm:pt modelId="{E2BBECFF-BA02-48F6-9BA1-220641B4B487}" type="pres">
      <dgm:prSet presAssocID="{BA8ED32C-6BE0-4927-8F62-0B6EFB7A6FAA}" presName="thickLine" presStyleLbl="alignNode1" presStyleIdx="2" presStyleCnt="4"/>
      <dgm:spPr/>
    </dgm:pt>
    <dgm:pt modelId="{7CC4211B-6F67-473E-9822-B98E232DA5B6}" type="pres">
      <dgm:prSet presAssocID="{BA8ED32C-6BE0-4927-8F62-0B6EFB7A6FAA}" presName="horz1" presStyleCnt="0"/>
      <dgm:spPr/>
    </dgm:pt>
    <dgm:pt modelId="{8DFA020A-7261-48A7-B0E9-0C0A630613A2}" type="pres">
      <dgm:prSet presAssocID="{BA8ED32C-6BE0-4927-8F62-0B6EFB7A6FAA}" presName="tx1" presStyleLbl="revTx" presStyleIdx="2" presStyleCnt="4"/>
      <dgm:spPr/>
    </dgm:pt>
    <dgm:pt modelId="{4FA909BB-2752-4B1E-842A-F2BAFCCF420D}" type="pres">
      <dgm:prSet presAssocID="{BA8ED32C-6BE0-4927-8F62-0B6EFB7A6FAA}" presName="vert1" presStyleCnt="0"/>
      <dgm:spPr/>
    </dgm:pt>
    <dgm:pt modelId="{B86C602D-E9E0-4F58-895A-C14EF70EC83C}" type="pres">
      <dgm:prSet presAssocID="{60A56651-6BEA-45E4-A7CE-E3F552BB8579}" presName="thickLine" presStyleLbl="alignNode1" presStyleIdx="3" presStyleCnt="4"/>
      <dgm:spPr/>
    </dgm:pt>
    <dgm:pt modelId="{E6EBBDE4-C285-46F9-818E-A75F53BA24A7}" type="pres">
      <dgm:prSet presAssocID="{60A56651-6BEA-45E4-A7CE-E3F552BB8579}" presName="horz1" presStyleCnt="0"/>
      <dgm:spPr/>
    </dgm:pt>
    <dgm:pt modelId="{6D0BD660-31F0-41D4-A57E-8D00DEC47773}" type="pres">
      <dgm:prSet presAssocID="{60A56651-6BEA-45E4-A7CE-E3F552BB8579}" presName="tx1" presStyleLbl="revTx" presStyleIdx="3" presStyleCnt="4"/>
      <dgm:spPr/>
    </dgm:pt>
    <dgm:pt modelId="{E9CC0DBC-86AD-45D1-85A7-88C4B54AED82}" type="pres">
      <dgm:prSet presAssocID="{60A56651-6BEA-45E4-A7CE-E3F552BB8579}" presName="vert1" presStyleCnt="0"/>
      <dgm:spPr/>
    </dgm:pt>
  </dgm:ptLst>
  <dgm:cxnLst>
    <dgm:cxn modelId="{4FBE963C-85B3-4D35-99C1-A22DE739345B}" type="presOf" srcId="{60A56651-6BEA-45E4-A7CE-E3F552BB8579}" destId="{6D0BD660-31F0-41D4-A57E-8D00DEC47773}" srcOrd="0" destOrd="0" presId="urn:microsoft.com/office/officeart/2008/layout/LinedList"/>
    <dgm:cxn modelId="{E7AB398A-E42C-4C05-8C3D-E7C991C85EBA}" type="presOf" srcId="{7E669A9D-DA97-4B7E-AEB2-5D201B7D3739}" destId="{CB3623DC-BC72-43B9-85AA-F254A8BDF0CA}" srcOrd="0" destOrd="0" presId="urn:microsoft.com/office/officeart/2008/layout/LinedList"/>
    <dgm:cxn modelId="{18E4B69B-6E36-4D22-8276-3B58D1F13ECA}" srcId="{7E669A9D-DA97-4B7E-AEB2-5D201B7D3739}" destId="{60A56651-6BEA-45E4-A7CE-E3F552BB8579}" srcOrd="3" destOrd="0" parTransId="{3AFE083C-DE94-4F27-ABC8-070B13CBA258}" sibTransId="{28520E63-8E66-4F19-81CA-1F3D6D21732D}"/>
    <dgm:cxn modelId="{018890A5-E1FE-45A2-8BE8-49E87418DDBC}" type="presOf" srcId="{BA8ED32C-6BE0-4927-8F62-0B6EFB7A6FAA}" destId="{8DFA020A-7261-48A7-B0E9-0C0A630613A2}" srcOrd="0" destOrd="0" presId="urn:microsoft.com/office/officeart/2008/layout/LinedList"/>
    <dgm:cxn modelId="{24BC8DCF-BF14-487A-9327-726EE5F8283B}" type="presOf" srcId="{7B007F3D-023F-4A07-87C0-8D5523A4C501}" destId="{DCB807CA-AE38-4027-A2DF-4D3646CF96E8}" srcOrd="0" destOrd="0" presId="urn:microsoft.com/office/officeart/2008/layout/LinedList"/>
    <dgm:cxn modelId="{834181D4-635B-449E-8F32-841DF431FF02}" srcId="{7E669A9D-DA97-4B7E-AEB2-5D201B7D3739}" destId="{7B007F3D-023F-4A07-87C0-8D5523A4C501}" srcOrd="0" destOrd="0" parTransId="{ACD9E7D4-7263-4A4A-A9DF-46875BCFB63F}" sibTransId="{B810E2E2-FA6F-4B02-99EB-D531D623425E}"/>
    <dgm:cxn modelId="{208F19D5-F4D5-4D65-8ED6-8E28EC1EEA52}" srcId="{7E669A9D-DA97-4B7E-AEB2-5D201B7D3739}" destId="{BA8ED32C-6BE0-4927-8F62-0B6EFB7A6FAA}" srcOrd="2" destOrd="0" parTransId="{2513D52B-E96A-457D-83C8-82B7264E49ED}" sibTransId="{3B48FBD4-F42A-4826-A3A0-4EE61D07EBEA}"/>
    <dgm:cxn modelId="{16D978E0-8AEC-463F-BF2B-DC0A4DCC84AC}" type="presOf" srcId="{572C8389-E0EC-4B3B-AA0B-6FDCFD55B174}" destId="{CB5CE4C8-B127-4168-BF55-00B39E26B6E6}" srcOrd="0" destOrd="0" presId="urn:microsoft.com/office/officeart/2008/layout/LinedList"/>
    <dgm:cxn modelId="{4B2CA7F5-BC58-421D-B9EF-BAEA5E4096A0}" srcId="{7E669A9D-DA97-4B7E-AEB2-5D201B7D3739}" destId="{572C8389-E0EC-4B3B-AA0B-6FDCFD55B174}" srcOrd="1" destOrd="0" parTransId="{76512A5F-E2A1-4619-8D55-A8A2344B19AC}" sibTransId="{460EFF0F-31B8-4725-A0DA-D7C4DC1E04D6}"/>
    <dgm:cxn modelId="{D8BB320B-89CF-4EB7-BE23-F759CD0F80AF}" type="presParOf" srcId="{CB3623DC-BC72-43B9-85AA-F254A8BDF0CA}" destId="{FC2206FA-99D5-46D9-80D2-1852DB7BA81F}" srcOrd="0" destOrd="0" presId="urn:microsoft.com/office/officeart/2008/layout/LinedList"/>
    <dgm:cxn modelId="{235A028E-8855-4C7D-A321-B5008C8867D8}" type="presParOf" srcId="{CB3623DC-BC72-43B9-85AA-F254A8BDF0CA}" destId="{C12084F7-AC32-43A2-95A5-A96841C68C7D}" srcOrd="1" destOrd="0" presId="urn:microsoft.com/office/officeart/2008/layout/LinedList"/>
    <dgm:cxn modelId="{C47F034B-921E-4743-AD8A-EC0F3E281479}" type="presParOf" srcId="{C12084F7-AC32-43A2-95A5-A96841C68C7D}" destId="{DCB807CA-AE38-4027-A2DF-4D3646CF96E8}" srcOrd="0" destOrd="0" presId="urn:microsoft.com/office/officeart/2008/layout/LinedList"/>
    <dgm:cxn modelId="{EC85535E-C239-4363-B414-56A07AEE9409}" type="presParOf" srcId="{C12084F7-AC32-43A2-95A5-A96841C68C7D}" destId="{13F2848F-8E53-48FA-AAAB-994EDCFA2EF4}" srcOrd="1" destOrd="0" presId="urn:microsoft.com/office/officeart/2008/layout/LinedList"/>
    <dgm:cxn modelId="{085F4CF7-241A-40B5-B8BC-1A703B894202}" type="presParOf" srcId="{CB3623DC-BC72-43B9-85AA-F254A8BDF0CA}" destId="{249F3836-89E5-41A8-B195-025402992A87}" srcOrd="2" destOrd="0" presId="urn:microsoft.com/office/officeart/2008/layout/LinedList"/>
    <dgm:cxn modelId="{25F0CAAE-AC11-4B91-94A7-D6712684DFD1}" type="presParOf" srcId="{CB3623DC-BC72-43B9-85AA-F254A8BDF0CA}" destId="{DAC0444C-27FD-464E-8AA1-ED2651C7DE47}" srcOrd="3" destOrd="0" presId="urn:microsoft.com/office/officeart/2008/layout/LinedList"/>
    <dgm:cxn modelId="{5A4B9E2B-481A-4AA8-95BA-AB0201762E87}" type="presParOf" srcId="{DAC0444C-27FD-464E-8AA1-ED2651C7DE47}" destId="{CB5CE4C8-B127-4168-BF55-00B39E26B6E6}" srcOrd="0" destOrd="0" presId="urn:microsoft.com/office/officeart/2008/layout/LinedList"/>
    <dgm:cxn modelId="{A3658A40-1C12-4342-AEFB-601AC8B4A24A}" type="presParOf" srcId="{DAC0444C-27FD-464E-8AA1-ED2651C7DE47}" destId="{F7A919AF-523D-4C05-A9CE-DF13C3DA3BFD}" srcOrd="1" destOrd="0" presId="urn:microsoft.com/office/officeart/2008/layout/LinedList"/>
    <dgm:cxn modelId="{1F75FF92-281D-47C1-BDF0-F0C02C4B2D4C}" type="presParOf" srcId="{CB3623DC-BC72-43B9-85AA-F254A8BDF0CA}" destId="{E2BBECFF-BA02-48F6-9BA1-220641B4B487}" srcOrd="4" destOrd="0" presId="urn:microsoft.com/office/officeart/2008/layout/LinedList"/>
    <dgm:cxn modelId="{559D82EF-E1B4-49B6-AD52-FD9490C94FC4}" type="presParOf" srcId="{CB3623DC-BC72-43B9-85AA-F254A8BDF0CA}" destId="{7CC4211B-6F67-473E-9822-B98E232DA5B6}" srcOrd="5" destOrd="0" presId="urn:microsoft.com/office/officeart/2008/layout/LinedList"/>
    <dgm:cxn modelId="{2BF78DEE-F987-445D-AAAC-17F817586828}" type="presParOf" srcId="{7CC4211B-6F67-473E-9822-B98E232DA5B6}" destId="{8DFA020A-7261-48A7-B0E9-0C0A630613A2}" srcOrd="0" destOrd="0" presId="urn:microsoft.com/office/officeart/2008/layout/LinedList"/>
    <dgm:cxn modelId="{70F64F03-0E54-4D7E-B978-D0688F9081B5}" type="presParOf" srcId="{7CC4211B-6F67-473E-9822-B98E232DA5B6}" destId="{4FA909BB-2752-4B1E-842A-F2BAFCCF420D}" srcOrd="1" destOrd="0" presId="urn:microsoft.com/office/officeart/2008/layout/LinedList"/>
    <dgm:cxn modelId="{A1B691C0-C598-4B4E-8E4F-A3BB9D080942}" type="presParOf" srcId="{CB3623DC-BC72-43B9-85AA-F254A8BDF0CA}" destId="{B86C602D-E9E0-4F58-895A-C14EF70EC83C}" srcOrd="6" destOrd="0" presId="urn:microsoft.com/office/officeart/2008/layout/LinedList"/>
    <dgm:cxn modelId="{51EF86AC-8244-47E4-8559-1868E4F16D87}" type="presParOf" srcId="{CB3623DC-BC72-43B9-85AA-F254A8BDF0CA}" destId="{E6EBBDE4-C285-46F9-818E-A75F53BA24A7}" srcOrd="7" destOrd="0" presId="urn:microsoft.com/office/officeart/2008/layout/LinedList"/>
    <dgm:cxn modelId="{B0DA06B7-D5A3-48ED-8C66-A7404B007ABD}" type="presParOf" srcId="{E6EBBDE4-C285-46F9-818E-A75F53BA24A7}" destId="{6D0BD660-31F0-41D4-A57E-8D00DEC47773}" srcOrd="0" destOrd="0" presId="urn:microsoft.com/office/officeart/2008/layout/LinedList"/>
    <dgm:cxn modelId="{0B494DF5-8C88-4290-8334-4F2ADDCE6304}" type="presParOf" srcId="{E6EBBDE4-C285-46F9-818E-A75F53BA24A7}" destId="{E9CC0DBC-86AD-45D1-85A7-88C4B54AED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669A9D-DA97-4B7E-AEB2-5D201B7D373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007F3D-023F-4A07-87C0-8D5523A4C501}">
      <dgm:prSet/>
      <dgm:spPr/>
      <dgm:t>
        <a:bodyPr/>
        <a:lstStyle/>
        <a:p>
          <a:r>
            <a:rPr lang="en-US" dirty="0"/>
            <a:t>Connecting the </a:t>
          </a:r>
          <a:r>
            <a:rPr lang="en-US" dirty="0" err="1"/>
            <a:t>scopy</a:t>
          </a:r>
          <a:r>
            <a:rPr lang="en-US" dirty="0"/>
            <a:t> and Grove kit to the computer via USB</a:t>
          </a:r>
        </a:p>
      </dgm:t>
    </dgm:pt>
    <dgm:pt modelId="{ACD9E7D4-7263-4A4A-A9DF-46875BCFB63F}" type="parTrans" cxnId="{834181D4-635B-449E-8F32-841DF431FF02}">
      <dgm:prSet/>
      <dgm:spPr/>
      <dgm:t>
        <a:bodyPr/>
        <a:lstStyle/>
        <a:p>
          <a:endParaRPr lang="en-US"/>
        </a:p>
      </dgm:t>
    </dgm:pt>
    <dgm:pt modelId="{B810E2E2-FA6F-4B02-99EB-D531D623425E}" type="sibTrans" cxnId="{834181D4-635B-449E-8F32-841DF431FF02}">
      <dgm:prSet/>
      <dgm:spPr/>
      <dgm:t>
        <a:bodyPr/>
        <a:lstStyle/>
        <a:p>
          <a:endParaRPr lang="en-US"/>
        </a:p>
      </dgm:t>
    </dgm:pt>
    <dgm:pt modelId="{F6F01401-CB53-44D5-AB48-88CD8ED6CFB4}">
      <dgm:prSet/>
      <dgm:spPr/>
      <dgm:t>
        <a:bodyPr/>
        <a:lstStyle/>
        <a:p>
          <a:r>
            <a:rPr lang="en-US" dirty="0"/>
            <a:t>Installing software </a:t>
          </a:r>
        </a:p>
      </dgm:t>
    </dgm:pt>
    <dgm:pt modelId="{DAEEB5AA-2688-432C-BF56-FA177F344FFA}" type="parTrans" cxnId="{EAF8049B-DEB9-474F-85D3-25A910392159}">
      <dgm:prSet/>
      <dgm:spPr/>
      <dgm:t>
        <a:bodyPr/>
        <a:lstStyle/>
        <a:p>
          <a:endParaRPr lang="en-US"/>
        </a:p>
      </dgm:t>
    </dgm:pt>
    <dgm:pt modelId="{F010EC97-21DB-45EC-BE82-FF5AE4FE47A9}" type="sibTrans" cxnId="{EAF8049B-DEB9-474F-85D3-25A910392159}">
      <dgm:prSet/>
      <dgm:spPr/>
      <dgm:t>
        <a:bodyPr/>
        <a:lstStyle/>
        <a:p>
          <a:endParaRPr lang="en-US"/>
        </a:p>
      </dgm:t>
    </dgm:pt>
    <dgm:pt modelId="{90DC9325-5597-4104-B7E2-562C1272333C}">
      <dgm:prSet/>
      <dgm:spPr/>
      <dgm:t>
        <a:bodyPr/>
        <a:lstStyle/>
        <a:p>
          <a:r>
            <a:rPr lang="en-US" dirty="0"/>
            <a:t>Arduino IDE - </a:t>
          </a:r>
          <a:r>
            <a:rPr lang="en-US" dirty="0">
              <a:hlinkClick xmlns:r="http://schemas.openxmlformats.org/officeDocument/2006/relationships" r:id="rId1"/>
            </a:rPr>
            <a:t>https://www.arduino.cc/en/software</a:t>
          </a:r>
          <a:endParaRPr lang="en-US" dirty="0"/>
        </a:p>
      </dgm:t>
    </dgm:pt>
    <dgm:pt modelId="{07FBD422-7143-41A3-B821-8366706A78F5}" type="parTrans" cxnId="{B7BA92CB-F28B-4415-ADE0-39756AE92785}">
      <dgm:prSet/>
      <dgm:spPr/>
      <dgm:t>
        <a:bodyPr/>
        <a:lstStyle/>
        <a:p>
          <a:endParaRPr lang="en-US"/>
        </a:p>
      </dgm:t>
    </dgm:pt>
    <dgm:pt modelId="{9927A923-D3C8-4605-9F91-E7BB82C0FBD1}" type="sibTrans" cxnId="{B7BA92CB-F28B-4415-ADE0-39756AE92785}">
      <dgm:prSet/>
      <dgm:spPr/>
      <dgm:t>
        <a:bodyPr/>
        <a:lstStyle/>
        <a:p>
          <a:endParaRPr lang="en-US"/>
        </a:p>
      </dgm:t>
    </dgm:pt>
    <dgm:pt modelId="{6403F763-7DBD-4FD2-A414-AC2625FAA89D}">
      <dgm:prSet/>
      <dgm:spPr/>
      <dgm:t>
        <a:bodyPr/>
        <a:lstStyle/>
        <a:p>
          <a:r>
            <a:rPr lang="en-US" dirty="0"/>
            <a:t>Visual Studio code - </a:t>
          </a:r>
          <a:r>
            <a:rPr lang="en-US" dirty="0">
              <a:hlinkClick xmlns:r="http://schemas.openxmlformats.org/officeDocument/2006/relationships" r:id="rId2"/>
            </a:rPr>
            <a:t>https://code.visualstudio.com/</a:t>
          </a:r>
          <a:endParaRPr lang="en-US" dirty="0"/>
        </a:p>
      </dgm:t>
    </dgm:pt>
    <dgm:pt modelId="{E7195E98-1872-4D34-A8FC-100F2EA81AE4}" type="parTrans" cxnId="{EF72FCDB-E7BF-4402-8167-B25FB5266CC7}">
      <dgm:prSet/>
      <dgm:spPr/>
      <dgm:t>
        <a:bodyPr/>
        <a:lstStyle/>
        <a:p>
          <a:endParaRPr lang="en-US"/>
        </a:p>
      </dgm:t>
    </dgm:pt>
    <dgm:pt modelId="{7F8B6BC7-47CF-44F2-948D-F3F7E2152C39}" type="sibTrans" cxnId="{EF72FCDB-E7BF-4402-8167-B25FB5266CC7}">
      <dgm:prSet/>
      <dgm:spPr/>
      <dgm:t>
        <a:bodyPr/>
        <a:lstStyle/>
        <a:p>
          <a:endParaRPr lang="en-US"/>
        </a:p>
      </dgm:t>
    </dgm:pt>
    <dgm:pt modelId="{76B49465-DE29-430F-8116-1E7A24BDC0D9}">
      <dgm:prSet/>
      <dgm:spPr/>
      <dgm:t>
        <a:bodyPr/>
        <a:lstStyle/>
        <a:p>
          <a:r>
            <a:rPr lang="en-US" dirty="0" err="1"/>
            <a:t>Github</a:t>
          </a:r>
          <a:r>
            <a:rPr lang="en-US" dirty="0"/>
            <a:t> Desktop - </a:t>
          </a:r>
          <a:r>
            <a:rPr lang="en-US" dirty="0">
              <a:hlinkClick xmlns:r="http://schemas.openxmlformats.org/officeDocument/2006/relationships" r:id="rId3"/>
            </a:rPr>
            <a:t>https://github.com/apps/desktop</a:t>
          </a:r>
          <a:endParaRPr lang="en-US" dirty="0"/>
        </a:p>
      </dgm:t>
    </dgm:pt>
    <dgm:pt modelId="{7A53CB75-5F9A-4624-89BF-D8A8FF8B9F23}" type="parTrans" cxnId="{6E841923-AEF9-42D6-82B8-9D38B86AF373}">
      <dgm:prSet/>
      <dgm:spPr/>
      <dgm:t>
        <a:bodyPr/>
        <a:lstStyle/>
        <a:p>
          <a:endParaRPr lang="en-US"/>
        </a:p>
      </dgm:t>
    </dgm:pt>
    <dgm:pt modelId="{28B8AC70-207C-4AD1-A285-56BAA3F766B9}" type="sibTrans" cxnId="{6E841923-AEF9-42D6-82B8-9D38B86AF373}">
      <dgm:prSet/>
      <dgm:spPr/>
      <dgm:t>
        <a:bodyPr/>
        <a:lstStyle/>
        <a:p>
          <a:endParaRPr lang="en-US"/>
        </a:p>
      </dgm:t>
    </dgm:pt>
    <dgm:pt modelId="{843F4E3B-405D-4D2D-A26D-7EE035D2B7F5}">
      <dgm:prSet/>
      <dgm:spPr/>
      <dgm:t>
        <a:bodyPr/>
        <a:lstStyle/>
        <a:p>
          <a:r>
            <a:rPr lang="en-US" dirty="0"/>
            <a:t>Configuring software</a:t>
          </a:r>
        </a:p>
      </dgm:t>
    </dgm:pt>
    <dgm:pt modelId="{9BAA31D0-FE3B-4BF8-ABB5-F4CA4D69A3DF}" type="parTrans" cxnId="{23E456E8-DF9D-4D9D-AF23-0F3084EE287E}">
      <dgm:prSet/>
      <dgm:spPr/>
      <dgm:t>
        <a:bodyPr/>
        <a:lstStyle/>
        <a:p>
          <a:endParaRPr lang="en-US"/>
        </a:p>
      </dgm:t>
    </dgm:pt>
    <dgm:pt modelId="{BC75A86C-7778-43BD-9436-CA07ED85F513}" type="sibTrans" cxnId="{23E456E8-DF9D-4D9D-AF23-0F3084EE287E}">
      <dgm:prSet/>
      <dgm:spPr/>
      <dgm:t>
        <a:bodyPr/>
        <a:lstStyle/>
        <a:p>
          <a:endParaRPr lang="en-US"/>
        </a:p>
      </dgm:t>
    </dgm:pt>
    <dgm:pt modelId="{27FCB296-D465-4086-AD00-6438DB9067A1}">
      <dgm:prSet/>
      <dgm:spPr/>
      <dgm:t>
        <a:bodyPr/>
        <a:lstStyle/>
        <a:p>
          <a:r>
            <a:rPr lang="en-US" dirty="0"/>
            <a:t>Python plugin in visual code</a:t>
          </a:r>
        </a:p>
      </dgm:t>
    </dgm:pt>
    <dgm:pt modelId="{2BD01F37-8E30-4D74-9CED-1610F9EE35FF}" type="parTrans" cxnId="{0F9B9710-84A8-4DBC-A751-73F504AFAC66}">
      <dgm:prSet/>
      <dgm:spPr/>
      <dgm:t>
        <a:bodyPr/>
        <a:lstStyle/>
        <a:p>
          <a:endParaRPr lang="en-US"/>
        </a:p>
      </dgm:t>
    </dgm:pt>
    <dgm:pt modelId="{7A8EB4C8-E6CA-44EA-BDDF-CB1E04390155}" type="sibTrans" cxnId="{0F9B9710-84A8-4DBC-A751-73F504AFAC66}">
      <dgm:prSet/>
      <dgm:spPr/>
      <dgm:t>
        <a:bodyPr/>
        <a:lstStyle/>
        <a:p>
          <a:endParaRPr lang="en-US"/>
        </a:p>
      </dgm:t>
    </dgm:pt>
    <dgm:pt modelId="{1CBE5936-8D31-4083-B40C-FA25D29C2292}">
      <dgm:prSet/>
      <dgm:spPr/>
      <dgm:t>
        <a:bodyPr/>
        <a:lstStyle/>
        <a:p>
          <a:r>
            <a:rPr lang="en-US" dirty="0" err="1"/>
            <a:t>Github</a:t>
          </a:r>
          <a:r>
            <a:rPr lang="en-US" dirty="0"/>
            <a:t> copilot plugin in visual code</a:t>
          </a:r>
        </a:p>
      </dgm:t>
    </dgm:pt>
    <dgm:pt modelId="{2C3133CA-0158-491A-8525-3B56113D183C}" type="parTrans" cxnId="{7C3D1C9B-EAD8-48C2-BA1D-452A65117C10}">
      <dgm:prSet/>
      <dgm:spPr/>
      <dgm:t>
        <a:bodyPr/>
        <a:lstStyle/>
        <a:p>
          <a:endParaRPr lang="en-US"/>
        </a:p>
      </dgm:t>
    </dgm:pt>
    <dgm:pt modelId="{0C6637D8-0F10-43E5-9C13-81C667891A17}" type="sibTrans" cxnId="{7C3D1C9B-EAD8-48C2-BA1D-452A65117C10}">
      <dgm:prSet/>
      <dgm:spPr/>
      <dgm:t>
        <a:bodyPr/>
        <a:lstStyle/>
        <a:p>
          <a:endParaRPr lang="en-US"/>
        </a:p>
      </dgm:t>
    </dgm:pt>
    <dgm:pt modelId="{869617D6-77E5-40EB-9CA6-7895EFF9FA73}">
      <dgm:prSet/>
      <dgm:spPr/>
      <dgm:t>
        <a:bodyPr/>
        <a:lstStyle/>
        <a:p>
          <a:r>
            <a:rPr lang="en-US" dirty="0"/>
            <a:t>Install packages in Arduino</a:t>
          </a:r>
        </a:p>
      </dgm:t>
    </dgm:pt>
    <dgm:pt modelId="{7A90C4DF-DA96-413B-98F8-2C526276C292}" type="parTrans" cxnId="{DF9F2B3E-78FF-4032-A605-F0935C166270}">
      <dgm:prSet/>
      <dgm:spPr/>
      <dgm:t>
        <a:bodyPr/>
        <a:lstStyle/>
        <a:p>
          <a:endParaRPr lang="en-US"/>
        </a:p>
      </dgm:t>
    </dgm:pt>
    <dgm:pt modelId="{BB9E8C7E-2756-4EB0-9486-5082768B6CBF}" type="sibTrans" cxnId="{DF9F2B3E-78FF-4032-A605-F0935C166270}">
      <dgm:prSet/>
      <dgm:spPr/>
      <dgm:t>
        <a:bodyPr/>
        <a:lstStyle/>
        <a:p>
          <a:endParaRPr lang="en-US"/>
        </a:p>
      </dgm:t>
    </dgm:pt>
    <dgm:pt modelId="{1C9B4988-29E9-42E7-A34A-2FF294F4156F}">
      <dgm:prSet/>
      <dgm:spPr/>
      <dgm:t>
        <a:bodyPr/>
        <a:lstStyle/>
        <a:p>
          <a:r>
            <a:rPr lang="en-US" dirty="0"/>
            <a:t>Choosing a serial port and board in the Arduino IDE</a:t>
          </a:r>
        </a:p>
      </dgm:t>
    </dgm:pt>
    <dgm:pt modelId="{2B209A5B-4C02-4B57-9D0A-686C2D5A4691}" type="parTrans" cxnId="{C1EF839D-F6C8-4833-80E1-45D210F39B75}">
      <dgm:prSet/>
      <dgm:spPr/>
      <dgm:t>
        <a:bodyPr/>
        <a:lstStyle/>
        <a:p>
          <a:endParaRPr lang="en-US"/>
        </a:p>
      </dgm:t>
    </dgm:pt>
    <dgm:pt modelId="{506B6C99-4B75-43CC-AC85-2EE6350EDBEB}" type="sibTrans" cxnId="{C1EF839D-F6C8-4833-80E1-45D210F39B75}">
      <dgm:prSet/>
      <dgm:spPr/>
      <dgm:t>
        <a:bodyPr/>
        <a:lstStyle/>
        <a:p>
          <a:endParaRPr lang="en-US"/>
        </a:p>
      </dgm:t>
    </dgm:pt>
    <dgm:pt modelId="{72892EF3-7840-4A2B-9F7C-7436294FDEDB}">
      <dgm:prSet/>
      <dgm:spPr/>
      <dgm:t>
        <a:bodyPr/>
        <a:lstStyle/>
        <a:p>
          <a:r>
            <a:rPr lang="en-US" dirty="0"/>
            <a:t>Creating a python environment using </a:t>
          </a:r>
          <a:r>
            <a:rPr lang="en-US" dirty="0" err="1"/>
            <a:t>Conda</a:t>
          </a:r>
          <a:endParaRPr lang="en-US" dirty="0"/>
        </a:p>
      </dgm:t>
    </dgm:pt>
    <dgm:pt modelId="{31659960-94A0-4585-8779-A11BF9A01FDF}" type="parTrans" cxnId="{CB7DD773-F975-4635-ABA6-2CD8201AB903}">
      <dgm:prSet/>
      <dgm:spPr/>
      <dgm:t>
        <a:bodyPr/>
        <a:lstStyle/>
        <a:p>
          <a:endParaRPr lang="en-US"/>
        </a:p>
      </dgm:t>
    </dgm:pt>
    <dgm:pt modelId="{748AF137-42FE-4FE1-ADDE-21F35E4C6760}" type="sibTrans" cxnId="{CB7DD773-F975-4635-ABA6-2CD8201AB903}">
      <dgm:prSet/>
      <dgm:spPr/>
      <dgm:t>
        <a:bodyPr/>
        <a:lstStyle/>
        <a:p>
          <a:endParaRPr lang="en-US"/>
        </a:p>
      </dgm:t>
    </dgm:pt>
    <dgm:pt modelId="{1DA28F55-881C-4148-990D-37FFB1FC6A5D}">
      <dgm:prSet/>
      <dgm:spPr/>
      <dgm:t>
        <a:bodyPr/>
        <a:lstStyle/>
        <a:p>
          <a:r>
            <a:rPr lang="en-US" dirty="0" err="1"/>
            <a:t>Scopy</a:t>
          </a:r>
          <a:r>
            <a:rPr lang="en-US" dirty="0"/>
            <a:t> (installed) - </a:t>
          </a:r>
          <a:r>
            <a:rPr lang="en-US" dirty="0">
              <a:hlinkClick xmlns:r="http://schemas.openxmlformats.org/officeDocument/2006/relationships" r:id="rId4"/>
            </a:rPr>
            <a:t>https://wiki.analog.com/university/tools/m2k/scopy</a:t>
          </a:r>
          <a:endParaRPr lang="en-US" dirty="0"/>
        </a:p>
      </dgm:t>
    </dgm:pt>
    <dgm:pt modelId="{5771C4C9-E03E-41F1-A950-FEA9F6F400BD}" type="sibTrans" cxnId="{C58FE494-4E6F-4862-BADE-D73607058B58}">
      <dgm:prSet/>
      <dgm:spPr/>
      <dgm:t>
        <a:bodyPr/>
        <a:lstStyle/>
        <a:p>
          <a:endParaRPr lang="en-US"/>
        </a:p>
      </dgm:t>
    </dgm:pt>
    <dgm:pt modelId="{D0DC027C-ADED-4404-9567-712A447F50E9}" type="parTrans" cxnId="{C58FE494-4E6F-4862-BADE-D73607058B58}">
      <dgm:prSet/>
      <dgm:spPr/>
      <dgm:t>
        <a:bodyPr/>
        <a:lstStyle/>
        <a:p>
          <a:endParaRPr lang="en-US"/>
        </a:p>
      </dgm:t>
    </dgm:pt>
    <dgm:pt modelId="{CB3623DC-BC72-43B9-85AA-F254A8BDF0CA}" type="pres">
      <dgm:prSet presAssocID="{7E669A9D-DA97-4B7E-AEB2-5D201B7D3739}" presName="vert0" presStyleCnt="0">
        <dgm:presLayoutVars>
          <dgm:dir/>
          <dgm:animOne val="branch"/>
          <dgm:animLvl val="lvl"/>
        </dgm:presLayoutVars>
      </dgm:prSet>
      <dgm:spPr/>
    </dgm:pt>
    <dgm:pt modelId="{FC2206FA-99D5-46D9-80D2-1852DB7BA81F}" type="pres">
      <dgm:prSet presAssocID="{7B007F3D-023F-4A07-87C0-8D5523A4C501}" presName="thickLine" presStyleLbl="alignNode1" presStyleIdx="0" presStyleCnt="3"/>
      <dgm:spPr/>
    </dgm:pt>
    <dgm:pt modelId="{C12084F7-AC32-43A2-95A5-A96841C68C7D}" type="pres">
      <dgm:prSet presAssocID="{7B007F3D-023F-4A07-87C0-8D5523A4C501}" presName="horz1" presStyleCnt="0"/>
      <dgm:spPr/>
    </dgm:pt>
    <dgm:pt modelId="{DCB807CA-AE38-4027-A2DF-4D3646CF96E8}" type="pres">
      <dgm:prSet presAssocID="{7B007F3D-023F-4A07-87C0-8D5523A4C501}" presName="tx1" presStyleLbl="revTx" presStyleIdx="0" presStyleCnt="12"/>
      <dgm:spPr/>
    </dgm:pt>
    <dgm:pt modelId="{13F2848F-8E53-48FA-AAAB-994EDCFA2EF4}" type="pres">
      <dgm:prSet presAssocID="{7B007F3D-023F-4A07-87C0-8D5523A4C501}" presName="vert1" presStyleCnt="0"/>
      <dgm:spPr/>
    </dgm:pt>
    <dgm:pt modelId="{E9611A43-D07E-4BAB-92E0-CB2CE36F1F01}" type="pres">
      <dgm:prSet presAssocID="{F6F01401-CB53-44D5-AB48-88CD8ED6CFB4}" presName="thickLine" presStyleLbl="alignNode1" presStyleIdx="1" presStyleCnt="3"/>
      <dgm:spPr/>
    </dgm:pt>
    <dgm:pt modelId="{AA7FE743-56F2-4942-93EC-170FF16145E3}" type="pres">
      <dgm:prSet presAssocID="{F6F01401-CB53-44D5-AB48-88CD8ED6CFB4}" presName="horz1" presStyleCnt="0"/>
      <dgm:spPr/>
    </dgm:pt>
    <dgm:pt modelId="{E35B8483-B9A8-405C-8AA9-A2685BBBB6B3}" type="pres">
      <dgm:prSet presAssocID="{F6F01401-CB53-44D5-AB48-88CD8ED6CFB4}" presName="tx1" presStyleLbl="revTx" presStyleIdx="1" presStyleCnt="12"/>
      <dgm:spPr/>
    </dgm:pt>
    <dgm:pt modelId="{20B7A89E-D384-4AD0-9358-C43AFD4A370C}" type="pres">
      <dgm:prSet presAssocID="{F6F01401-CB53-44D5-AB48-88CD8ED6CFB4}" presName="vert1" presStyleCnt="0"/>
      <dgm:spPr/>
    </dgm:pt>
    <dgm:pt modelId="{110C1EBC-180B-46A9-96F6-7932776F9B54}" type="pres">
      <dgm:prSet presAssocID="{90DC9325-5597-4104-B7E2-562C1272333C}" presName="vertSpace2a" presStyleCnt="0"/>
      <dgm:spPr/>
    </dgm:pt>
    <dgm:pt modelId="{433C1273-7115-44F6-BA4F-812AEC794D3C}" type="pres">
      <dgm:prSet presAssocID="{90DC9325-5597-4104-B7E2-562C1272333C}" presName="horz2" presStyleCnt="0"/>
      <dgm:spPr/>
    </dgm:pt>
    <dgm:pt modelId="{266E3113-8E2F-44D7-914A-C4C176D42A77}" type="pres">
      <dgm:prSet presAssocID="{90DC9325-5597-4104-B7E2-562C1272333C}" presName="horzSpace2" presStyleCnt="0"/>
      <dgm:spPr/>
    </dgm:pt>
    <dgm:pt modelId="{D33AB071-EC5B-45AB-95FB-8093ED4C915E}" type="pres">
      <dgm:prSet presAssocID="{90DC9325-5597-4104-B7E2-562C1272333C}" presName="tx2" presStyleLbl="revTx" presStyleIdx="2" presStyleCnt="12"/>
      <dgm:spPr/>
    </dgm:pt>
    <dgm:pt modelId="{286ED627-0BCA-48C6-A764-C32A3B77663B}" type="pres">
      <dgm:prSet presAssocID="{90DC9325-5597-4104-B7E2-562C1272333C}" presName="vert2" presStyleCnt="0"/>
      <dgm:spPr/>
    </dgm:pt>
    <dgm:pt modelId="{18AE60BC-8A1D-44E9-BC1D-73EA4FF1C15A}" type="pres">
      <dgm:prSet presAssocID="{90DC9325-5597-4104-B7E2-562C1272333C}" presName="thinLine2b" presStyleLbl="callout" presStyleIdx="0" presStyleCnt="9"/>
      <dgm:spPr/>
    </dgm:pt>
    <dgm:pt modelId="{9A3185F1-C2A1-432C-8F67-D29F5EAEDDED}" type="pres">
      <dgm:prSet presAssocID="{90DC9325-5597-4104-B7E2-562C1272333C}" presName="vertSpace2b" presStyleCnt="0"/>
      <dgm:spPr/>
    </dgm:pt>
    <dgm:pt modelId="{87005192-AAE7-46C2-9612-540DAC741448}" type="pres">
      <dgm:prSet presAssocID="{1DA28F55-881C-4148-990D-37FFB1FC6A5D}" presName="horz2" presStyleCnt="0"/>
      <dgm:spPr/>
    </dgm:pt>
    <dgm:pt modelId="{426BAC75-BF79-4E23-A21E-0DA4336336C0}" type="pres">
      <dgm:prSet presAssocID="{1DA28F55-881C-4148-990D-37FFB1FC6A5D}" presName="horzSpace2" presStyleCnt="0"/>
      <dgm:spPr/>
    </dgm:pt>
    <dgm:pt modelId="{7307208D-6F96-4E7D-9292-9CFD2DA65643}" type="pres">
      <dgm:prSet presAssocID="{1DA28F55-881C-4148-990D-37FFB1FC6A5D}" presName="tx2" presStyleLbl="revTx" presStyleIdx="3" presStyleCnt="12"/>
      <dgm:spPr/>
    </dgm:pt>
    <dgm:pt modelId="{5FB896E6-7486-4E1E-B073-C735416D0D17}" type="pres">
      <dgm:prSet presAssocID="{1DA28F55-881C-4148-990D-37FFB1FC6A5D}" presName="vert2" presStyleCnt="0"/>
      <dgm:spPr/>
    </dgm:pt>
    <dgm:pt modelId="{3662F32E-4E92-45DC-997A-A02A0C2E665C}" type="pres">
      <dgm:prSet presAssocID="{1DA28F55-881C-4148-990D-37FFB1FC6A5D}" presName="thinLine2b" presStyleLbl="callout" presStyleIdx="1" presStyleCnt="9"/>
      <dgm:spPr/>
    </dgm:pt>
    <dgm:pt modelId="{CF7C86DB-1656-4097-89B9-BB42DC4CB951}" type="pres">
      <dgm:prSet presAssocID="{1DA28F55-881C-4148-990D-37FFB1FC6A5D}" presName="vertSpace2b" presStyleCnt="0"/>
      <dgm:spPr/>
    </dgm:pt>
    <dgm:pt modelId="{7D461024-ABE3-47E8-85B9-697661B15431}" type="pres">
      <dgm:prSet presAssocID="{6403F763-7DBD-4FD2-A414-AC2625FAA89D}" presName="horz2" presStyleCnt="0"/>
      <dgm:spPr/>
    </dgm:pt>
    <dgm:pt modelId="{E8C3055A-597D-42BC-9D8F-3147469B4317}" type="pres">
      <dgm:prSet presAssocID="{6403F763-7DBD-4FD2-A414-AC2625FAA89D}" presName="horzSpace2" presStyleCnt="0"/>
      <dgm:spPr/>
    </dgm:pt>
    <dgm:pt modelId="{D0BE1C4B-0604-4719-9D4C-A943D5F194F6}" type="pres">
      <dgm:prSet presAssocID="{6403F763-7DBD-4FD2-A414-AC2625FAA89D}" presName="tx2" presStyleLbl="revTx" presStyleIdx="4" presStyleCnt="12"/>
      <dgm:spPr/>
    </dgm:pt>
    <dgm:pt modelId="{88D49DD2-9D04-46E1-A0B0-02D3113BD977}" type="pres">
      <dgm:prSet presAssocID="{6403F763-7DBD-4FD2-A414-AC2625FAA89D}" presName="vert2" presStyleCnt="0"/>
      <dgm:spPr/>
    </dgm:pt>
    <dgm:pt modelId="{DDEA0132-0047-4D5C-8180-1468B2A540C6}" type="pres">
      <dgm:prSet presAssocID="{6403F763-7DBD-4FD2-A414-AC2625FAA89D}" presName="thinLine2b" presStyleLbl="callout" presStyleIdx="2" presStyleCnt="9"/>
      <dgm:spPr/>
    </dgm:pt>
    <dgm:pt modelId="{0A141DD7-D07D-45CC-8EBE-AD9911F53CF8}" type="pres">
      <dgm:prSet presAssocID="{6403F763-7DBD-4FD2-A414-AC2625FAA89D}" presName="vertSpace2b" presStyleCnt="0"/>
      <dgm:spPr/>
    </dgm:pt>
    <dgm:pt modelId="{66C1B43D-3719-448D-AEFD-8E7A9A40F9EA}" type="pres">
      <dgm:prSet presAssocID="{76B49465-DE29-430F-8116-1E7A24BDC0D9}" presName="horz2" presStyleCnt="0"/>
      <dgm:spPr/>
    </dgm:pt>
    <dgm:pt modelId="{A54FBE41-FC22-4F26-9B23-0F65C51786F5}" type="pres">
      <dgm:prSet presAssocID="{76B49465-DE29-430F-8116-1E7A24BDC0D9}" presName="horzSpace2" presStyleCnt="0"/>
      <dgm:spPr/>
    </dgm:pt>
    <dgm:pt modelId="{948117E9-DA31-48BD-93EA-0D6B47429974}" type="pres">
      <dgm:prSet presAssocID="{76B49465-DE29-430F-8116-1E7A24BDC0D9}" presName="tx2" presStyleLbl="revTx" presStyleIdx="5" presStyleCnt="12"/>
      <dgm:spPr/>
    </dgm:pt>
    <dgm:pt modelId="{56F67CDE-90A2-4E96-A350-539C9033DFCE}" type="pres">
      <dgm:prSet presAssocID="{76B49465-DE29-430F-8116-1E7A24BDC0D9}" presName="vert2" presStyleCnt="0"/>
      <dgm:spPr/>
    </dgm:pt>
    <dgm:pt modelId="{42377A40-DAE8-4FF3-8BFA-A6F75B24918E}" type="pres">
      <dgm:prSet presAssocID="{76B49465-DE29-430F-8116-1E7A24BDC0D9}" presName="thinLine2b" presStyleLbl="callout" presStyleIdx="3" presStyleCnt="9"/>
      <dgm:spPr/>
    </dgm:pt>
    <dgm:pt modelId="{A84AEF3F-6C86-4A78-8378-566BCEFF3990}" type="pres">
      <dgm:prSet presAssocID="{76B49465-DE29-430F-8116-1E7A24BDC0D9}" presName="vertSpace2b" presStyleCnt="0"/>
      <dgm:spPr/>
    </dgm:pt>
    <dgm:pt modelId="{E50983A0-FC5A-4AE4-8EA8-1C88C11A2CB4}" type="pres">
      <dgm:prSet presAssocID="{843F4E3B-405D-4D2D-A26D-7EE035D2B7F5}" presName="thickLine" presStyleLbl="alignNode1" presStyleIdx="2" presStyleCnt="3"/>
      <dgm:spPr/>
    </dgm:pt>
    <dgm:pt modelId="{EB2DF7EF-0746-4EF2-99FB-B90B53918ED5}" type="pres">
      <dgm:prSet presAssocID="{843F4E3B-405D-4D2D-A26D-7EE035D2B7F5}" presName="horz1" presStyleCnt="0"/>
      <dgm:spPr/>
    </dgm:pt>
    <dgm:pt modelId="{75D059B8-1237-4334-8CC8-DEE1EAB94597}" type="pres">
      <dgm:prSet presAssocID="{843F4E3B-405D-4D2D-A26D-7EE035D2B7F5}" presName="tx1" presStyleLbl="revTx" presStyleIdx="6" presStyleCnt="12"/>
      <dgm:spPr/>
    </dgm:pt>
    <dgm:pt modelId="{298F8783-5900-4C76-9072-19BDD9EAB03E}" type="pres">
      <dgm:prSet presAssocID="{843F4E3B-405D-4D2D-A26D-7EE035D2B7F5}" presName="vert1" presStyleCnt="0"/>
      <dgm:spPr/>
    </dgm:pt>
    <dgm:pt modelId="{96339231-C6EF-489D-A55C-82DFE8560ECA}" type="pres">
      <dgm:prSet presAssocID="{27FCB296-D465-4086-AD00-6438DB9067A1}" presName="vertSpace2a" presStyleCnt="0"/>
      <dgm:spPr/>
    </dgm:pt>
    <dgm:pt modelId="{80D65A11-BAC4-4938-A291-DACCC3AFCD18}" type="pres">
      <dgm:prSet presAssocID="{27FCB296-D465-4086-AD00-6438DB9067A1}" presName="horz2" presStyleCnt="0"/>
      <dgm:spPr/>
    </dgm:pt>
    <dgm:pt modelId="{B13EB5AA-6658-492C-988D-8365657BA59E}" type="pres">
      <dgm:prSet presAssocID="{27FCB296-D465-4086-AD00-6438DB9067A1}" presName="horzSpace2" presStyleCnt="0"/>
      <dgm:spPr/>
    </dgm:pt>
    <dgm:pt modelId="{9E3A6F0F-1A75-4554-A58A-BC883C79665D}" type="pres">
      <dgm:prSet presAssocID="{27FCB296-D465-4086-AD00-6438DB9067A1}" presName="tx2" presStyleLbl="revTx" presStyleIdx="7" presStyleCnt="12"/>
      <dgm:spPr/>
    </dgm:pt>
    <dgm:pt modelId="{90A1F088-E360-468B-A8D7-57340C3B4316}" type="pres">
      <dgm:prSet presAssocID="{27FCB296-D465-4086-AD00-6438DB9067A1}" presName="vert2" presStyleCnt="0"/>
      <dgm:spPr/>
    </dgm:pt>
    <dgm:pt modelId="{65ABC2F0-DAB2-48C7-854A-7E0EE7E47662}" type="pres">
      <dgm:prSet presAssocID="{27FCB296-D465-4086-AD00-6438DB9067A1}" presName="thinLine2b" presStyleLbl="callout" presStyleIdx="4" presStyleCnt="9"/>
      <dgm:spPr/>
    </dgm:pt>
    <dgm:pt modelId="{51F8371E-0FBF-4C43-A356-348FFA244E59}" type="pres">
      <dgm:prSet presAssocID="{27FCB296-D465-4086-AD00-6438DB9067A1}" presName="vertSpace2b" presStyleCnt="0"/>
      <dgm:spPr/>
    </dgm:pt>
    <dgm:pt modelId="{C4F1E7A7-4834-4EC8-BE6F-B37C72221E85}" type="pres">
      <dgm:prSet presAssocID="{1CBE5936-8D31-4083-B40C-FA25D29C2292}" presName="horz2" presStyleCnt="0"/>
      <dgm:spPr/>
    </dgm:pt>
    <dgm:pt modelId="{5251225F-FAE8-47B0-B8A8-043102E4B136}" type="pres">
      <dgm:prSet presAssocID="{1CBE5936-8D31-4083-B40C-FA25D29C2292}" presName="horzSpace2" presStyleCnt="0"/>
      <dgm:spPr/>
    </dgm:pt>
    <dgm:pt modelId="{9EEB816D-917A-4A4F-BEF0-B2FF93FB8B19}" type="pres">
      <dgm:prSet presAssocID="{1CBE5936-8D31-4083-B40C-FA25D29C2292}" presName="tx2" presStyleLbl="revTx" presStyleIdx="8" presStyleCnt="12"/>
      <dgm:spPr/>
    </dgm:pt>
    <dgm:pt modelId="{A95D522C-D41D-4323-8376-38C9CF2DB6CE}" type="pres">
      <dgm:prSet presAssocID="{1CBE5936-8D31-4083-B40C-FA25D29C2292}" presName="vert2" presStyleCnt="0"/>
      <dgm:spPr/>
    </dgm:pt>
    <dgm:pt modelId="{909E1342-3C35-4516-B8D0-8FA7927DD264}" type="pres">
      <dgm:prSet presAssocID="{1CBE5936-8D31-4083-B40C-FA25D29C2292}" presName="thinLine2b" presStyleLbl="callout" presStyleIdx="5" presStyleCnt="9"/>
      <dgm:spPr/>
    </dgm:pt>
    <dgm:pt modelId="{E0F0B470-EFB2-444A-91A5-E8310CBB282C}" type="pres">
      <dgm:prSet presAssocID="{1CBE5936-8D31-4083-B40C-FA25D29C2292}" presName="vertSpace2b" presStyleCnt="0"/>
      <dgm:spPr/>
    </dgm:pt>
    <dgm:pt modelId="{CB04F0F0-1741-4A02-AC21-CAA6C8D3D622}" type="pres">
      <dgm:prSet presAssocID="{869617D6-77E5-40EB-9CA6-7895EFF9FA73}" presName="horz2" presStyleCnt="0"/>
      <dgm:spPr/>
    </dgm:pt>
    <dgm:pt modelId="{C292132D-4054-46D1-8FC4-3E69B8420AB4}" type="pres">
      <dgm:prSet presAssocID="{869617D6-77E5-40EB-9CA6-7895EFF9FA73}" presName="horzSpace2" presStyleCnt="0"/>
      <dgm:spPr/>
    </dgm:pt>
    <dgm:pt modelId="{71134B0F-49A1-4252-9E7C-D6B12F041754}" type="pres">
      <dgm:prSet presAssocID="{869617D6-77E5-40EB-9CA6-7895EFF9FA73}" presName="tx2" presStyleLbl="revTx" presStyleIdx="9" presStyleCnt="12"/>
      <dgm:spPr/>
    </dgm:pt>
    <dgm:pt modelId="{6B00F9A5-7CE4-418C-8E2B-1A3FEC27E2AB}" type="pres">
      <dgm:prSet presAssocID="{869617D6-77E5-40EB-9CA6-7895EFF9FA73}" presName="vert2" presStyleCnt="0"/>
      <dgm:spPr/>
    </dgm:pt>
    <dgm:pt modelId="{80AEB66A-E604-4717-8D8D-92103A686D69}" type="pres">
      <dgm:prSet presAssocID="{869617D6-77E5-40EB-9CA6-7895EFF9FA73}" presName="thinLine2b" presStyleLbl="callout" presStyleIdx="6" presStyleCnt="9"/>
      <dgm:spPr/>
    </dgm:pt>
    <dgm:pt modelId="{961BB2DE-49DB-4932-B9B9-81EEDB7FFB2D}" type="pres">
      <dgm:prSet presAssocID="{869617D6-77E5-40EB-9CA6-7895EFF9FA73}" presName="vertSpace2b" presStyleCnt="0"/>
      <dgm:spPr/>
    </dgm:pt>
    <dgm:pt modelId="{A8DF76E8-15E2-4FD7-9009-A4AB4B216096}" type="pres">
      <dgm:prSet presAssocID="{1C9B4988-29E9-42E7-A34A-2FF294F4156F}" presName="horz2" presStyleCnt="0"/>
      <dgm:spPr/>
    </dgm:pt>
    <dgm:pt modelId="{EA480B0C-D8AE-4E61-A416-83A1BF0883F5}" type="pres">
      <dgm:prSet presAssocID="{1C9B4988-29E9-42E7-A34A-2FF294F4156F}" presName="horzSpace2" presStyleCnt="0"/>
      <dgm:spPr/>
    </dgm:pt>
    <dgm:pt modelId="{E544D66B-2472-45FC-9BA1-0DFFFA22153B}" type="pres">
      <dgm:prSet presAssocID="{1C9B4988-29E9-42E7-A34A-2FF294F4156F}" presName="tx2" presStyleLbl="revTx" presStyleIdx="10" presStyleCnt="12"/>
      <dgm:spPr/>
    </dgm:pt>
    <dgm:pt modelId="{5A726F04-4A2D-45E5-A7A7-C4A817DE891F}" type="pres">
      <dgm:prSet presAssocID="{1C9B4988-29E9-42E7-A34A-2FF294F4156F}" presName="vert2" presStyleCnt="0"/>
      <dgm:spPr/>
    </dgm:pt>
    <dgm:pt modelId="{E947A6F3-C356-4979-84E4-6477A632B0F0}" type="pres">
      <dgm:prSet presAssocID="{1C9B4988-29E9-42E7-A34A-2FF294F4156F}" presName="thinLine2b" presStyleLbl="callout" presStyleIdx="7" presStyleCnt="9"/>
      <dgm:spPr/>
    </dgm:pt>
    <dgm:pt modelId="{0D8F6EF3-872C-4F9B-87D0-850BD3442DE7}" type="pres">
      <dgm:prSet presAssocID="{1C9B4988-29E9-42E7-A34A-2FF294F4156F}" presName="vertSpace2b" presStyleCnt="0"/>
      <dgm:spPr/>
    </dgm:pt>
    <dgm:pt modelId="{1A8E3683-E21F-4E73-B402-1FA83481CE71}" type="pres">
      <dgm:prSet presAssocID="{72892EF3-7840-4A2B-9F7C-7436294FDEDB}" presName="horz2" presStyleCnt="0"/>
      <dgm:spPr/>
    </dgm:pt>
    <dgm:pt modelId="{445AF317-09DC-4E91-A2AC-0BA0C26BD109}" type="pres">
      <dgm:prSet presAssocID="{72892EF3-7840-4A2B-9F7C-7436294FDEDB}" presName="horzSpace2" presStyleCnt="0"/>
      <dgm:spPr/>
    </dgm:pt>
    <dgm:pt modelId="{68E00739-48C5-4BCD-9993-C42F21DBBEE5}" type="pres">
      <dgm:prSet presAssocID="{72892EF3-7840-4A2B-9F7C-7436294FDEDB}" presName="tx2" presStyleLbl="revTx" presStyleIdx="11" presStyleCnt="12"/>
      <dgm:spPr/>
    </dgm:pt>
    <dgm:pt modelId="{A1B9D4CE-EB5C-4D53-A8B5-F7A2F835A224}" type="pres">
      <dgm:prSet presAssocID="{72892EF3-7840-4A2B-9F7C-7436294FDEDB}" presName="vert2" presStyleCnt="0"/>
      <dgm:spPr/>
    </dgm:pt>
    <dgm:pt modelId="{A751C40D-0BBC-40BE-B1AA-641CC931EB2A}" type="pres">
      <dgm:prSet presAssocID="{72892EF3-7840-4A2B-9F7C-7436294FDEDB}" presName="thinLine2b" presStyleLbl="callout" presStyleIdx="8" presStyleCnt="9"/>
      <dgm:spPr/>
    </dgm:pt>
    <dgm:pt modelId="{C498BF74-4087-4603-805E-15197CA12686}" type="pres">
      <dgm:prSet presAssocID="{72892EF3-7840-4A2B-9F7C-7436294FDEDB}" presName="vertSpace2b" presStyleCnt="0"/>
      <dgm:spPr/>
    </dgm:pt>
  </dgm:ptLst>
  <dgm:cxnLst>
    <dgm:cxn modelId="{0F9B9710-84A8-4DBC-A751-73F504AFAC66}" srcId="{843F4E3B-405D-4D2D-A26D-7EE035D2B7F5}" destId="{27FCB296-D465-4086-AD00-6438DB9067A1}" srcOrd="0" destOrd="0" parTransId="{2BD01F37-8E30-4D74-9CED-1610F9EE35FF}" sibTransId="{7A8EB4C8-E6CA-44EA-BDDF-CB1E04390155}"/>
    <dgm:cxn modelId="{7233B41C-14F2-4F9B-A6C4-E006B026E73E}" type="presOf" srcId="{27FCB296-D465-4086-AD00-6438DB9067A1}" destId="{9E3A6F0F-1A75-4554-A58A-BC883C79665D}" srcOrd="0" destOrd="0" presId="urn:microsoft.com/office/officeart/2008/layout/LinedList"/>
    <dgm:cxn modelId="{6E841923-AEF9-42D6-82B8-9D38B86AF373}" srcId="{F6F01401-CB53-44D5-AB48-88CD8ED6CFB4}" destId="{76B49465-DE29-430F-8116-1E7A24BDC0D9}" srcOrd="3" destOrd="0" parTransId="{7A53CB75-5F9A-4624-89BF-D8A8FF8B9F23}" sibTransId="{28B8AC70-207C-4AD1-A285-56BAA3F766B9}"/>
    <dgm:cxn modelId="{C8B93E23-499B-4446-8A39-5B709314F43F}" type="presOf" srcId="{869617D6-77E5-40EB-9CA6-7895EFF9FA73}" destId="{71134B0F-49A1-4252-9E7C-D6B12F041754}" srcOrd="0" destOrd="0" presId="urn:microsoft.com/office/officeart/2008/layout/LinedList"/>
    <dgm:cxn modelId="{A26C8126-6F15-4903-9D3D-B5C928565584}" type="presOf" srcId="{76B49465-DE29-430F-8116-1E7A24BDC0D9}" destId="{948117E9-DA31-48BD-93EA-0D6B47429974}" srcOrd="0" destOrd="0" presId="urn:microsoft.com/office/officeart/2008/layout/LinedList"/>
    <dgm:cxn modelId="{6165162A-A4EC-499A-BE32-4A7E84C79FD5}" type="presOf" srcId="{6403F763-7DBD-4FD2-A414-AC2625FAA89D}" destId="{D0BE1C4B-0604-4719-9D4C-A943D5F194F6}" srcOrd="0" destOrd="0" presId="urn:microsoft.com/office/officeart/2008/layout/LinedList"/>
    <dgm:cxn modelId="{EDD08C2B-3702-49DA-9AE8-50CCC6218EEC}" type="presOf" srcId="{1CBE5936-8D31-4083-B40C-FA25D29C2292}" destId="{9EEB816D-917A-4A4F-BEF0-B2FF93FB8B19}" srcOrd="0" destOrd="0" presId="urn:microsoft.com/office/officeart/2008/layout/LinedList"/>
    <dgm:cxn modelId="{DF9F2B3E-78FF-4032-A605-F0935C166270}" srcId="{843F4E3B-405D-4D2D-A26D-7EE035D2B7F5}" destId="{869617D6-77E5-40EB-9CA6-7895EFF9FA73}" srcOrd="2" destOrd="0" parTransId="{7A90C4DF-DA96-413B-98F8-2C526276C292}" sibTransId="{BB9E8C7E-2756-4EB0-9486-5082768B6CBF}"/>
    <dgm:cxn modelId="{55ED7367-67E5-43BA-BAA4-6075D8B8ED3B}" type="presOf" srcId="{843F4E3B-405D-4D2D-A26D-7EE035D2B7F5}" destId="{75D059B8-1237-4334-8CC8-DEE1EAB94597}" srcOrd="0" destOrd="0" presId="urn:microsoft.com/office/officeart/2008/layout/LinedList"/>
    <dgm:cxn modelId="{CB7DD773-F975-4635-ABA6-2CD8201AB903}" srcId="{843F4E3B-405D-4D2D-A26D-7EE035D2B7F5}" destId="{72892EF3-7840-4A2B-9F7C-7436294FDEDB}" srcOrd="4" destOrd="0" parTransId="{31659960-94A0-4585-8779-A11BF9A01FDF}" sibTransId="{748AF137-42FE-4FE1-ADDE-21F35E4C6760}"/>
    <dgm:cxn modelId="{D01EFB77-FE55-47D0-9667-24F3EDC38684}" type="presOf" srcId="{90DC9325-5597-4104-B7E2-562C1272333C}" destId="{D33AB071-EC5B-45AB-95FB-8093ED4C915E}" srcOrd="0" destOrd="0" presId="urn:microsoft.com/office/officeart/2008/layout/LinedList"/>
    <dgm:cxn modelId="{0CFF8E7F-9020-4435-96A9-0669AF8810BC}" type="presOf" srcId="{F6F01401-CB53-44D5-AB48-88CD8ED6CFB4}" destId="{E35B8483-B9A8-405C-8AA9-A2685BBBB6B3}" srcOrd="0" destOrd="0" presId="urn:microsoft.com/office/officeart/2008/layout/LinedList"/>
    <dgm:cxn modelId="{776B9283-5ECD-438F-97C1-2A3FEB393DB2}" type="presOf" srcId="{1DA28F55-881C-4148-990D-37FFB1FC6A5D}" destId="{7307208D-6F96-4E7D-9292-9CFD2DA65643}" srcOrd="0" destOrd="0" presId="urn:microsoft.com/office/officeart/2008/layout/LinedList"/>
    <dgm:cxn modelId="{E7AB398A-E42C-4C05-8C3D-E7C991C85EBA}" type="presOf" srcId="{7E669A9D-DA97-4B7E-AEB2-5D201B7D3739}" destId="{CB3623DC-BC72-43B9-85AA-F254A8BDF0CA}" srcOrd="0" destOrd="0" presId="urn:microsoft.com/office/officeart/2008/layout/LinedList"/>
    <dgm:cxn modelId="{C58FE494-4E6F-4862-BADE-D73607058B58}" srcId="{F6F01401-CB53-44D5-AB48-88CD8ED6CFB4}" destId="{1DA28F55-881C-4148-990D-37FFB1FC6A5D}" srcOrd="1" destOrd="0" parTransId="{D0DC027C-ADED-4404-9567-712A447F50E9}" sibTransId="{5771C4C9-E03E-41F1-A950-FEA9F6F400BD}"/>
    <dgm:cxn modelId="{EAF8049B-DEB9-474F-85D3-25A910392159}" srcId="{7E669A9D-DA97-4B7E-AEB2-5D201B7D3739}" destId="{F6F01401-CB53-44D5-AB48-88CD8ED6CFB4}" srcOrd="1" destOrd="0" parTransId="{DAEEB5AA-2688-432C-BF56-FA177F344FFA}" sibTransId="{F010EC97-21DB-45EC-BE82-FF5AE4FE47A9}"/>
    <dgm:cxn modelId="{7C3D1C9B-EAD8-48C2-BA1D-452A65117C10}" srcId="{843F4E3B-405D-4D2D-A26D-7EE035D2B7F5}" destId="{1CBE5936-8D31-4083-B40C-FA25D29C2292}" srcOrd="1" destOrd="0" parTransId="{2C3133CA-0158-491A-8525-3B56113D183C}" sibTransId="{0C6637D8-0F10-43E5-9C13-81C667891A17}"/>
    <dgm:cxn modelId="{C1EF839D-F6C8-4833-80E1-45D210F39B75}" srcId="{843F4E3B-405D-4D2D-A26D-7EE035D2B7F5}" destId="{1C9B4988-29E9-42E7-A34A-2FF294F4156F}" srcOrd="3" destOrd="0" parTransId="{2B209A5B-4C02-4B57-9D0A-686C2D5A4691}" sibTransId="{506B6C99-4B75-43CC-AC85-2EE6350EDBEB}"/>
    <dgm:cxn modelId="{143EEFA3-A6B2-47CA-B4C4-761A7759336B}" type="presOf" srcId="{1C9B4988-29E9-42E7-A34A-2FF294F4156F}" destId="{E544D66B-2472-45FC-9BA1-0DFFFA22153B}" srcOrd="0" destOrd="0" presId="urn:microsoft.com/office/officeart/2008/layout/LinedList"/>
    <dgm:cxn modelId="{6E8B85AC-553C-49DE-98DE-8229E7942DA3}" type="presOf" srcId="{72892EF3-7840-4A2B-9F7C-7436294FDEDB}" destId="{68E00739-48C5-4BCD-9993-C42F21DBBEE5}" srcOrd="0" destOrd="0" presId="urn:microsoft.com/office/officeart/2008/layout/LinedList"/>
    <dgm:cxn modelId="{B7BA92CB-F28B-4415-ADE0-39756AE92785}" srcId="{F6F01401-CB53-44D5-AB48-88CD8ED6CFB4}" destId="{90DC9325-5597-4104-B7E2-562C1272333C}" srcOrd="0" destOrd="0" parTransId="{07FBD422-7143-41A3-B821-8366706A78F5}" sibTransId="{9927A923-D3C8-4605-9F91-E7BB82C0FBD1}"/>
    <dgm:cxn modelId="{24BC8DCF-BF14-487A-9327-726EE5F8283B}" type="presOf" srcId="{7B007F3D-023F-4A07-87C0-8D5523A4C501}" destId="{DCB807CA-AE38-4027-A2DF-4D3646CF96E8}" srcOrd="0" destOrd="0" presId="urn:microsoft.com/office/officeart/2008/layout/LinedList"/>
    <dgm:cxn modelId="{834181D4-635B-449E-8F32-841DF431FF02}" srcId="{7E669A9D-DA97-4B7E-AEB2-5D201B7D3739}" destId="{7B007F3D-023F-4A07-87C0-8D5523A4C501}" srcOrd="0" destOrd="0" parTransId="{ACD9E7D4-7263-4A4A-A9DF-46875BCFB63F}" sibTransId="{B810E2E2-FA6F-4B02-99EB-D531D623425E}"/>
    <dgm:cxn modelId="{EF72FCDB-E7BF-4402-8167-B25FB5266CC7}" srcId="{F6F01401-CB53-44D5-AB48-88CD8ED6CFB4}" destId="{6403F763-7DBD-4FD2-A414-AC2625FAA89D}" srcOrd="2" destOrd="0" parTransId="{E7195E98-1872-4D34-A8FC-100F2EA81AE4}" sibTransId="{7F8B6BC7-47CF-44F2-948D-F3F7E2152C39}"/>
    <dgm:cxn modelId="{23E456E8-DF9D-4D9D-AF23-0F3084EE287E}" srcId="{7E669A9D-DA97-4B7E-AEB2-5D201B7D3739}" destId="{843F4E3B-405D-4D2D-A26D-7EE035D2B7F5}" srcOrd="2" destOrd="0" parTransId="{9BAA31D0-FE3B-4BF8-ABB5-F4CA4D69A3DF}" sibTransId="{BC75A86C-7778-43BD-9436-CA07ED85F513}"/>
    <dgm:cxn modelId="{D8BB320B-89CF-4EB7-BE23-F759CD0F80AF}" type="presParOf" srcId="{CB3623DC-BC72-43B9-85AA-F254A8BDF0CA}" destId="{FC2206FA-99D5-46D9-80D2-1852DB7BA81F}" srcOrd="0" destOrd="0" presId="urn:microsoft.com/office/officeart/2008/layout/LinedList"/>
    <dgm:cxn modelId="{235A028E-8855-4C7D-A321-B5008C8867D8}" type="presParOf" srcId="{CB3623DC-BC72-43B9-85AA-F254A8BDF0CA}" destId="{C12084F7-AC32-43A2-95A5-A96841C68C7D}" srcOrd="1" destOrd="0" presId="urn:microsoft.com/office/officeart/2008/layout/LinedList"/>
    <dgm:cxn modelId="{C47F034B-921E-4743-AD8A-EC0F3E281479}" type="presParOf" srcId="{C12084F7-AC32-43A2-95A5-A96841C68C7D}" destId="{DCB807CA-AE38-4027-A2DF-4D3646CF96E8}" srcOrd="0" destOrd="0" presId="urn:microsoft.com/office/officeart/2008/layout/LinedList"/>
    <dgm:cxn modelId="{EC85535E-C239-4363-B414-56A07AEE9409}" type="presParOf" srcId="{C12084F7-AC32-43A2-95A5-A96841C68C7D}" destId="{13F2848F-8E53-48FA-AAAB-994EDCFA2EF4}" srcOrd="1" destOrd="0" presId="urn:microsoft.com/office/officeart/2008/layout/LinedList"/>
    <dgm:cxn modelId="{8FC9108B-1A6E-49DB-86BC-41C689C1C8D3}" type="presParOf" srcId="{CB3623DC-BC72-43B9-85AA-F254A8BDF0CA}" destId="{E9611A43-D07E-4BAB-92E0-CB2CE36F1F01}" srcOrd="2" destOrd="0" presId="urn:microsoft.com/office/officeart/2008/layout/LinedList"/>
    <dgm:cxn modelId="{5BE4BA48-D6B0-48FC-BB24-3B491720A7D6}" type="presParOf" srcId="{CB3623DC-BC72-43B9-85AA-F254A8BDF0CA}" destId="{AA7FE743-56F2-4942-93EC-170FF16145E3}" srcOrd="3" destOrd="0" presId="urn:microsoft.com/office/officeart/2008/layout/LinedList"/>
    <dgm:cxn modelId="{AFD81BF9-49B8-48E5-8241-FDA955D94CC1}" type="presParOf" srcId="{AA7FE743-56F2-4942-93EC-170FF16145E3}" destId="{E35B8483-B9A8-405C-8AA9-A2685BBBB6B3}" srcOrd="0" destOrd="0" presId="urn:microsoft.com/office/officeart/2008/layout/LinedList"/>
    <dgm:cxn modelId="{B5C0BCE3-7A84-464B-AB0D-DF4C265BACF5}" type="presParOf" srcId="{AA7FE743-56F2-4942-93EC-170FF16145E3}" destId="{20B7A89E-D384-4AD0-9358-C43AFD4A370C}" srcOrd="1" destOrd="0" presId="urn:microsoft.com/office/officeart/2008/layout/LinedList"/>
    <dgm:cxn modelId="{21145B7A-6CC2-469F-B59C-EEA327DFA03D}" type="presParOf" srcId="{20B7A89E-D384-4AD0-9358-C43AFD4A370C}" destId="{110C1EBC-180B-46A9-96F6-7932776F9B54}" srcOrd="0" destOrd="0" presId="urn:microsoft.com/office/officeart/2008/layout/LinedList"/>
    <dgm:cxn modelId="{BFEFC688-FEA6-47B7-B7CD-3DD4C22D1F6C}" type="presParOf" srcId="{20B7A89E-D384-4AD0-9358-C43AFD4A370C}" destId="{433C1273-7115-44F6-BA4F-812AEC794D3C}" srcOrd="1" destOrd="0" presId="urn:microsoft.com/office/officeart/2008/layout/LinedList"/>
    <dgm:cxn modelId="{EDB79738-B46E-4BCB-A948-EF2E64DD9D15}" type="presParOf" srcId="{433C1273-7115-44F6-BA4F-812AEC794D3C}" destId="{266E3113-8E2F-44D7-914A-C4C176D42A77}" srcOrd="0" destOrd="0" presId="urn:microsoft.com/office/officeart/2008/layout/LinedList"/>
    <dgm:cxn modelId="{A7B785CF-6F5C-45EA-A4A2-94C2424F643F}" type="presParOf" srcId="{433C1273-7115-44F6-BA4F-812AEC794D3C}" destId="{D33AB071-EC5B-45AB-95FB-8093ED4C915E}" srcOrd="1" destOrd="0" presId="urn:microsoft.com/office/officeart/2008/layout/LinedList"/>
    <dgm:cxn modelId="{6605E967-3423-4CB9-B91D-CA16C3EC8A5D}" type="presParOf" srcId="{433C1273-7115-44F6-BA4F-812AEC794D3C}" destId="{286ED627-0BCA-48C6-A764-C32A3B77663B}" srcOrd="2" destOrd="0" presId="urn:microsoft.com/office/officeart/2008/layout/LinedList"/>
    <dgm:cxn modelId="{189662C7-041B-49F4-95CF-2DAA6729D6B6}" type="presParOf" srcId="{20B7A89E-D384-4AD0-9358-C43AFD4A370C}" destId="{18AE60BC-8A1D-44E9-BC1D-73EA4FF1C15A}" srcOrd="2" destOrd="0" presId="urn:microsoft.com/office/officeart/2008/layout/LinedList"/>
    <dgm:cxn modelId="{BEFAD362-613C-4D18-A898-37A5D02441DB}" type="presParOf" srcId="{20B7A89E-D384-4AD0-9358-C43AFD4A370C}" destId="{9A3185F1-C2A1-432C-8F67-D29F5EAEDDED}" srcOrd="3" destOrd="0" presId="urn:microsoft.com/office/officeart/2008/layout/LinedList"/>
    <dgm:cxn modelId="{9C59D706-E07C-4DCB-92FF-FC456A3DE31C}" type="presParOf" srcId="{20B7A89E-D384-4AD0-9358-C43AFD4A370C}" destId="{87005192-AAE7-46C2-9612-540DAC741448}" srcOrd="4" destOrd="0" presId="urn:microsoft.com/office/officeart/2008/layout/LinedList"/>
    <dgm:cxn modelId="{826E125D-C57E-4648-B866-4C96A5F8A862}" type="presParOf" srcId="{87005192-AAE7-46C2-9612-540DAC741448}" destId="{426BAC75-BF79-4E23-A21E-0DA4336336C0}" srcOrd="0" destOrd="0" presId="urn:microsoft.com/office/officeart/2008/layout/LinedList"/>
    <dgm:cxn modelId="{B445D847-D35B-4780-83ED-3AE77F4B983B}" type="presParOf" srcId="{87005192-AAE7-46C2-9612-540DAC741448}" destId="{7307208D-6F96-4E7D-9292-9CFD2DA65643}" srcOrd="1" destOrd="0" presId="urn:microsoft.com/office/officeart/2008/layout/LinedList"/>
    <dgm:cxn modelId="{A736B3FF-35BC-476B-8473-5CCD68E2D7F8}" type="presParOf" srcId="{87005192-AAE7-46C2-9612-540DAC741448}" destId="{5FB896E6-7486-4E1E-B073-C735416D0D17}" srcOrd="2" destOrd="0" presId="urn:microsoft.com/office/officeart/2008/layout/LinedList"/>
    <dgm:cxn modelId="{C01FAF0B-7AD5-437B-98ED-784EDE23BA42}" type="presParOf" srcId="{20B7A89E-D384-4AD0-9358-C43AFD4A370C}" destId="{3662F32E-4E92-45DC-997A-A02A0C2E665C}" srcOrd="5" destOrd="0" presId="urn:microsoft.com/office/officeart/2008/layout/LinedList"/>
    <dgm:cxn modelId="{F914CEBA-7A86-4AA0-B189-F81467D5C826}" type="presParOf" srcId="{20B7A89E-D384-4AD0-9358-C43AFD4A370C}" destId="{CF7C86DB-1656-4097-89B9-BB42DC4CB951}" srcOrd="6" destOrd="0" presId="urn:microsoft.com/office/officeart/2008/layout/LinedList"/>
    <dgm:cxn modelId="{CF1A3440-8DFE-4D94-A8F8-7FDD21A219F6}" type="presParOf" srcId="{20B7A89E-D384-4AD0-9358-C43AFD4A370C}" destId="{7D461024-ABE3-47E8-85B9-697661B15431}" srcOrd="7" destOrd="0" presId="urn:microsoft.com/office/officeart/2008/layout/LinedList"/>
    <dgm:cxn modelId="{47F1F475-DDA5-48DB-947F-8C44B967C26F}" type="presParOf" srcId="{7D461024-ABE3-47E8-85B9-697661B15431}" destId="{E8C3055A-597D-42BC-9D8F-3147469B4317}" srcOrd="0" destOrd="0" presId="urn:microsoft.com/office/officeart/2008/layout/LinedList"/>
    <dgm:cxn modelId="{B12FDE97-B7FA-4943-AD19-7F028FDAD37C}" type="presParOf" srcId="{7D461024-ABE3-47E8-85B9-697661B15431}" destId="{D0BE1C4B-0604-4719-9D4C-A943D5F194F6}" srcOrd="1" destOrd="0" presId="urn:microsoft.com/office/officeart/2008/layout/LinedList"/>
    <dgm:cxn modelId="{1E42099E-3376-404E-A210-E26D60D73888}" type="presParOf" srcId="{7D461024-ABE3-47E8-85B9-697661B15431}" destId="{88D49DD2-9D04-46E1-A0B0-02D3113BD977}" srcOrd="2" destOrd="0" presId="urn:microsoft.com/office/officeart/2008/layout/LinedList"/>
    <dgm:cxn modelId="{B421F646-E290-4FF3-ADD8-01E03C4E2205}" type="presParOf" srcId="{20B7A89E-D384-4AD0-9358-C43AFD4A370C}" destId="{DDEA0132-0047-4D5C-8180-1468B2A540C6}" srcOrd="8" destOrd="0" presId="urn:microsoft.com/office/officeart/2008/layout/LinedList"/>
    <dgm:cxn modelId="{AEC453FF-702E-4E6C-B06B-7E883BD43C7C}" type="presParOf" srcId="{20B7A89E-D384-4AD0-9358-C43AFD4A370C}" destId="{0A141DD7-D07D-45CC-8EBE-AD9911F53CF8}" srcOrd="9" destOrd="0" presId="urn:microsoft.com/office/officeart/2008/layout/LinedList"/>
    <dgm:cxn modelId="{95E4E137-8915-4575-98D5-BF0A6E7AC481}" type="presParOf" srcId="{20B7A89E-D384-4AD0-9358-C43AFD4A370C}" destId="{66C1B43D-3719-448D-AEFD-8E7A9A40F9EA}" srcOrd="10" destOrd="0" presId="urn:microsoft.com/office/officeart/2008/layout/LinedList"/>
    <dgm:cxn modelId="{660E79B9-773E-4FAA-8933-12FC9F2D7CCD}" type="presParOf" srcId="{66C1B43D-3719-448D-AEFD-8E7A9A40F9EA}" destId="{A54FBE41-FC22-4F26-9B23-0F65C51786F5}" srcOrd="0" destOrd="0" presId="urn:microsoft.com/office/officeart/2008/layout/LinedList"/>
    <dgm:cxn modelId="{5E23C50C-C7AB-4FA6-AADA-9E0C5590E87D}" type="presParOf" srcId="{66C1B43D-3719-448D-AEFD-8E7A9A40F9EA}" destId="{948117E9-DA31-48BD-93EA-0D6B47429974}" srcOrd="1" destOrd="0" presId="urn:microsoft.com/office/officeart/2008/layout/LinedList"/>
    <dgm:cxn modelId="{F1621B19-BFAC-4C82-B836-B47E0198B59F}" type="presParOf" srcId="{66C1B43D-3719-448D-AEFD-8E7A9A40F9EA}" destId="{56F67CDE-90A2-4E96-A350-539C9033DFCE}" srcOrd="2" destOrd="0" presId="urn:microsoft.com/office/officeart/2008/layout/LinedList"/>
    <dgm:cxn modelId="{4916694F-74E6-4CB1-BD1D-ECB4326786C3}" type="presParOf" srcId="{20B7A89E-D384-4AD0-9358-C43AFD4A370C}" destId="{42377A40-DAE8-4FF3-8BFA-A6F75B24918E}" srcOrd="11" destOrd="0" presId="urn:microsoft.com/office/officeart/2008/layout/LinedList"/>
    <dgm:cxn modelId="{0369A7CF-F7C1-4504-8AB7-38E76A61A55F}" type="presParOf" srcId="{20B7A89E-D384-4AD0-9358-C43AFD4A370C}" destId="{A84AEF3F-6C86-4A78-8378-566BCEFF3990}" srcOrd="12" destOrd="0" presId="urn:microsoft.com/office/officeart/2008/layout/LinedList"/>
    <dgm:cxn modelId="{DA6E1129-E7B8-4A78-88D3-F29394AD0BC0}" type="presParOf" srcId="{CB3623DC-BC72-43B9-85AA-F254A8BDF0CA}" destId="{E50983A0-FC5A-4AE4-8EA8-1C88C11A2CB4}" srcOrd="4" destOrd="0" presId="urn:microsoft.com/office/officeart/2008/layout/LinedList"/>
    <dgm:cxn modelId="{9C09C398-3711-47D2-B0D4-4391EEB18D92}" type="presParOf" srcId="{CB3623DC-BC72-43B9-85AA-F254A8BDF0CA}" destId="{EB2DF7EF-0746-4EF2-99FB-B90B53918ED5}" srcOrd="5" destOrd="0" presId="urn:microsoft.com/office/officeart/2008/layout/LinedList"/>
    <dgm:cxn modelId="{DFA9F10D-27CD-493D-96BF-F5B86B201851}" type="presParOf" srcId="{EB2DF7EF-0746-4EF2-99FB-B90B53918ED5}" destId="{75D059B8-1237-4334-8CC8-DEE1EAB94597}" srcOrd="0" destOrd="0" presId="urn:microsoft.com/office/officeart/2008/layout/LinedList"/>
    <dgm:cxn modelId="{FADB0123-B535-4BFA-9A2A-E77148AACC18}" type="presParOf" srcId="{EB2DF7EF-0746-4EF2-99FB-B90B53918ED5}" destId="{298F8783-5900-4C76-9072-19BDD9EAB03E}" srcOrd="1" destOrd="0" presId="urn:microsoft.com/office/officeart/2008/layout/LinedList"/>
    <dgm:cxn modelId="{D6090363-19AE-483B-B547-07374AE46D0B}" type="presParOf" srcId="{298F8783-5900-4C76-9072-19BDD9EAB03E}" destId="{96339231-C6EF-489D-A55C-82DFE8560ECA}" srcOrd="0" destOrd="0" presId="urn:microsoft.com/office/officeart/2008/layout/LinedList"/>
    <dgm:cxn modelId="{6801B632-755D-45F0-A832-95745408608A}" type="presParOf" srcId="{298F8783-5900-4C76-9072-19BDD9EAB03E}" destId="{80D65A11-BAC4-4938-A291-DACCC3AFCD18}" srcOrd="1" destOrd="0" presId="urn:microsoft.com/office/officeart/2008/layout/LinedList"/>
    <dgm:cxn modelId="{FB67BA0C-4FE8-40DB-A181-D4D8883BE47D}" type="presParOf" srcId="{80D65A11-BAC4-4938-A291-DACCC3AFCD18}" destId="{B13EB5AA-6658-492C-988D-8365657BA59E}" srcOrd="0" destOrd="0" presId="urn:microsoft.com/office/officeart/2008/layout/LinedList"/>
    <dgm:cxn modelId="{69E4B82C-8F7B-4D58-B069-641FA4945E41}" type="presParOf" srcId="{80D65A11-BAC4-4938-A291-DACCC3AFCD18}" destId="{9E3A6F0F-1A75-4554-A58A-BC883C79665D}" srcOrd="1" destOrd="0" presId="urn:microsoft.com/office/officeart/2008/layout/LinedList"/>
    <dgm:cxn modelId="{1C00F0C8-13A5-48DA-992A-F3406965F7BF}" type="presParOf" srcId="{80D65A11-BAC4-4938-A291-DACCC3AFCD18}" destId="{90A1F088-E360-468B-A8D7-57340C3B4316}" srcOrd="2" destOrd="0" presId="urn:microsoft.com/office/officeart/2008/layout/LinedList"/>
    <dgm:cxn modelId="{69C46D32-B2BD-4031-8771-31D74438FD9D}" type="presParOf" srcId="{298F8783-5900-4C76-9072-19BDD9EAB03E}" destId="{65ABC2F0-DAB2-48C7-854A-7E0EE7E47662}" srcOrd="2" destOrd="0" presId="urn:microsoft.com/office/officeart/2008/layout/LinedList"/>
    <dgm:cxn modelId="{F36F842D-A585-478E-99E4-8329A64EC6F4}" type="presParOf" srcId="{298F8783-5900-4C76-9072-19BDD9EAB03E}" destId="{51F8371E-0FBF-4C43-A356-348FFA244E59}" srcOrd="3" destOrd="0" presId="urn:microsoft.com/office/officeart/2008/layout/LinedList"/>
    <dgm:cxn modelId="{8D63BD9F-C80D-4F0F-8915-B826B8A24746}" type="presParOf" srcId="{298F8783-5900-4C76-9072-19BDD9EAB03E}" destId="{C4F1E7A7-4834-4EC8-BE6F-B37C72221E85}" srcOrd="4" destOrd="0" presId="urn:microsoft.com/office/officeart/2008/layout/LinedList"/>
    <dgm:cxn modelId="{7AF68BC5-8815-467D-8543-6F3CC9A687A4}" type="presParOf" srcId="{C4F1E7A7-4834-4EC8-BE6F-B37C72221E85}" destId="{5251225F-FAE8-47B0-B8A8-043102E4B136}" srcOrd="0" destOrd="0" presId="urn:microsoft.com/office/officeart/2008/layout/LinedList"/>
    <dgm:cxn modelId="{C681BCAE-2ED7-4DF0-8607-A29DCB315621}" type="presParOf" srcId="{C4F1E7A7-4834-4EC8-BE6F-B37C72221E85}" destId="{9EEB816D-917A-4A4F-BEF0-B2FF93FB8B19}" srcOrd="1" destOrd="0" presId="urn:microsoft.com/office/officeart/2008/layout/LinedList"/>
    <dgm:cxn modelId="{CDE0969A-023F-4D74-87A2-3EBD60873624}" type="presParOf" srcId="{C4F1E7A7-4834-4EC8-BE6F-B37C72221E85}" destId="{A95D522C-D41D-4323-8376-38C9CF2DB6CE}" srcOrd="2" destOrd="0" presId="urn:microsoft.com/office/officeart/2008/layout/LinedList"/>
    <dgm:cxn modelId="{42864B11-B8C3-41D4-B864-1E6EB0EADB07}" type="presParOf" srcId="{298F8783-5900-4C76-9072-19BDD9EAB03E}" destId="{909E1342-3C35-4516-B8D0-8FA7927DD264}" srcOrd="5" destOrd="0" presId="urn:microsoft.com/office/officeart/2008/layout/LinedList"/>
    <dgm:cxn modelId="{3B9BE39F-8A60-40E5-A8FC-03EB78D9E147}" type="presParOf" srcId="{298F8783-5900-4C76-9072-19BDD9EAB03E}" destId="{E0F0B470-EFB2-444A-91A5-E8310CBB282C}" srcOrd="6" destOrd="0" presId="urn:microsoft.com/office/officeart/2008/layout/LinedList"/>
    <dgm:cxn modelId="{352307C6-A8CE-4D71-BC39-BFC921645AE3}" type="presParOf" srcId="{298F8783-5900-4C76-9072-19BDD9EAB03E}" destId="{CB04F0F0-1741-4A02-AC21-CAA6C8D3D622}" srcOrd="7" destOrd="0" presId="urn:microsoft.com/office/officeart/2008/layout/LinedList"/>
    <dgm:cxn modelId="{DCBB281A-DAAD-4228-AFC1-D3D4A39272EB}" type="presParOf" srcId="{CB04F0F0-1741-4A02-AC21-CAA6C8D3D622}" destId="{C292132D-4054-46D1-8FC4-3E69B8420AB4}" srcOrd="0" destOrd="0" presId="urn:microsoft.com/office/officeart/2008/layout/LinedList"/>
    <dgm:cxn modelId="{ABEFA834-C130-4970-BE9D-D25EAE889898}" type="presParOf" srcId="{CB04F0F0-1741-4A02-AC21-CAA6C8D3D622}" destId="{71134B0F-49A1-4252-9E7C-D6B12F041754}" srcOrd="1" destOrd="0" presId="urn:microsoft.com/office/officeart/2008/layout/LinedList"/>
    <dgm:cxn modelId="{21C68229-E948-4E61-B361-8E35D613C4D1}" type="presParOf" srcId="{CB04F0F0-1741-4A02-AC21-CAA6C8D3D622}" destId="{6B00F9A5-7CE4-418C-8E2B-1A3FEC27E2AB}" srcOrd="2" destOrd="0" presId="urn:microsoft.com/office/officeart/2008/layout/LinedList"/>
    <dgm:cxn modelId="{6520EE22-6241-4DD3-BFED-AC11E52446C1}" type="presParOf" srcId="{298F8783-5900-4C76-9072-19BDD9EAB03E}" destId="{80AEB66A-E604-4717-8D8D-92103A686D69}" srcOrd="8" destOrd="0" presId="urn:microsoft.com/office/officeart/2008/layout/LinedList"/>
    <dgm:cxn modelId="{1DBB78B1-B59D-49A6-86A1-92F23BC83698}" type="presParOf" srcId="{298F8783-5900-4C76-9072-19BDD9EAB03E}" destId="{961BB2DE-49DB-4932-B9B9-81EEDB7FFB2D}" srcOrd="9" destOrd="0" presId="urn:microsoft.com/office/officeart/2008/layout/LinedList"/>
    <dgm:cxn modelId="{24C7916F-0DE9-4E69-B61C-7DA7DB12AD64}" type="presParOf" srcId="{298F8783-5900-4C76-9072-19BDD9EAB03E}" destId="{A8DF76E8-15E2-4FD7-9009-A4AB4B216096}" srcOrd="10" destOrd="0" presId="urn:microsoft.com/office/officeart/2008/layout/LinedList"/>
    <dgm:cxn modelId="{666610F3-0EB4-44C6-8580-57D2165B16FA}" type="presParOf" srcId="{A8DF76E8-15E2-4FD7-9009-A4AB4B216096}" destId="{EA480B0C-D8AE-4E61-A416-83A1BF0883F5}" srcOrd="0" destOrd="0" presId="urn:microsoft.com/office/officeart/2008/layout/LinedList"/>
    <dgm:cxn modelId="{88662F14-BEDF-4364-9875-5C18B0E4369C}" type="presParOf" srcId="{A8DF76E8-15E2-4FD7-9009-A4AB4B216096}" destId="{E544D66B-2472-45FC-9BA1-0DFFFA22153B}" srcOrd="1" destOrd="0" presId="urn:microsoft.com/office/officeart/2008/layout/LinedList"/>
    <dgm:cxn modelId="{3EDEC649-B351-449E-A9D5-7EE87CF9BF9D}" type="presParOf" srcId="{A8DF76E8-15E2-4FD7-9009-A4AB4B216096}" destId="{5A726F04-4A2D-45E5-A7A7-C4A817DE891F}" srcOrd="2" destOrd="0" presId="urn:microsoft.com/office/officeart/2008/layout/LinedList"/>
    <dgm:cxn modelId="{78DDD063-6C36-4643-AE2C-A097E9BB52C3}" type="presParOf" srcId="{298F8783-5900-4C76-9072-19BDD9EAB03E}" destId="{E947A6F3-C356-4979-84E4-6477A632B0F0}" srcOrd="11" destOrd="0" presId="urn:microsoft.com/office/officeart/2008/layout/LinedList"/>
    <dgm:cxn modelId="{7E21672C-D195-45EE-8CB7-A16A8460AD31}" type="presParOf" srcId="{298F8783-5900-4C76-9072-19BDD9EAB03E}" destId="{0D8F6EF3-872C-4F9B-87D0-850BD3442DE7}" srcOrd="12" destOrd="0" presId="urn:microsoft.com/office/officeart/2008/layout/LinedList"/>
    <dgm:cxn modelId="{ACED462C-D9BA-4889-B353-1F88893C91E4}" type="presParOf" srcId="{298F8783-5900-4C76-9072-19BDD9EAB03E}" destId="{1A8E3683-E21F-4E73-B402-1FA83481CE71}" srcOrd="13" destOrd="0" presId="urn:microsoft.com/office/officeart/2008/layout/LinedList"/>
    <dgm:cxn modelId="{C6F765EF-7AFD-4829-8C30-188FB6F226C3}" type="presParOf" srcId="{1A8E3683-E21F-4E73-B402-1FA83481CE71}" destId="{445AF317-09DC-4E91-A2AC-0BA0C26BD109}" srcOrd="0" destOrd="0" presId="urn:microsoft.com/office/officeart/2008/layout/LinedList"/>
    <dgm:cxn modelId="{6EB7E8EB-CB05-44D1-8656-20100850C252}" type="presParOf" srcId="{1A8E3683-E21F-4E73-B402-1FA83481CE71}" destId="{68E00739-48C5-4BCD-9993-C42F21DBBEE5}" srcOrd="1" destOrd="0" presId="urn:microsoft.com/office/officeart/2008/layout/LinedList"/>
    <dgm:cxn modelId="{8794133D-E2BE-49CA-BA69-E3B641AD04DB}" type="presParOf" srcId="{1A8E3683-E21F-4E73-B402-1FA83481CE71}" destId="{A1B9D4CE-EB5C-4D53-A8B5-F7A2F835A224}" srcOrd="2" destOrd="0" presId="urn:microsoft.com/office/officeart/2008/layout/LinedList"/>
    <dgm:cxn modelId="{A65CCC19-B881-4A18-961F-E01A2E7BA62B}" type="presParOf" srcId="{298F8783-5900-4C76-9072-19BDD9EAB03E}" destId="{A751C40D-0BBC-40BE-B1AA-641CC931EB2A}" srcOrd="14" destOrd="0" presId="urn:microsoft.com/office/officeart/2008/layout/LinedList"/>
    <dgm:cxn modelId="{1986C1A6-DC07-48CA-9241-6F77DA970C97}" type="presParOf" srcId="{298F8783-5900-4C76-9072-19BDD9EAB03E}" destId="{C498BF74-4087-4603-805E-15197CA12686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669A9D-DA97-4B7E-AEB2-5D201B7D373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CB5239-8591-443B-9404-10F23A6684F3}">
      <dgm:prSet phldrT="[Text]"/>
      <dgm:spPr/>
      <dgm:t>
        <a:bodyPr/>
        <a:lstStyle/>
        <a:p>
          <a:r>
            <a:rPr lang="en-US" dirty="0"/>
            <a:t>Developing automation devices for experimental setups using hands-on approach.</a:t>
          </a:r>
        </a:p>
      </dgm:t>
    </dgm:pt>
    <dgm:pt modelId="{D83969B9-1127-4809-8782-07285725AA60}" type="parTrans" cxnId="{81B0B6A9-1DE3-4722-A0CC-07E2100FD895}">
      <dgm:prSet/>
      <dgm:spPr/>
      <dgm:t>
        <a:bodyPr/>
        <a:lstStyle/>
        <a:p>
          <a:endParaRPr lang="en-US"/>
        </a:p>
      </dgm:t>
    </dgm:pt>
    <dgm:pt modelId="{3B4ADE6F-04B5-47EF-8946-31607AC89AF8}" type="sibTrans" cxnId="{81B0B6A9-1DE3-4722-A0CC-07E2100FD895}">
      <dgm:prSet/>
      <dgm:spPr/>
      <dgm:t>
        <a:bodyPr/>
        <a:lstStyle/>
        <a:p>
          <a:endParaRPr lang="en-US"/>
        </a:p>
      </dgm:t>
    </dgm:pt>
    <dgm:pt modelId="{0CEAB185-6168-4452-AE8B-5BE0F892DCF5}">
      <dgm:prSet phldrT="[Text]"/>
      <dgm:spPr/>
      <dgm:t>
        <a:bodyPr/>
        <a:lstStyle/>
        <a:p>
          <a:r>
            <a:rPr lang="en-US" dirty="0"/>
            <a:t>Learning to program computer programs using two programming languages, namely C and Python</a:t>
          </a:r>
        </a:p>
      </dgm:t>
    </dgm:pt>
    <dgm:pt modelId="{B8B8EE99-97D7-4CF5-A5F9-74B3E7CE52A9}" type="parTrans" cxnId="{A0217B02-C5A1-4C79-BCA0-ABB9F852343E}">
      <dgm:prSet/>
      <dgm:spPr/>
      <dgm:t>
        <a:bodyPr/>
        <a:lstStyle/>
        <a:p>
          <a:endParaRPr lang="en-US"/>
        </a:p>
      </dgm:t>
    </dgm:pt>
    <dgm:pt modelId="{18F27483-3757-4F25-AF3D-61D38CAF292C}" type="sibTrans" cxnId="{A0217B02-C5A1-4C79-BCA0-ABB9F852343E}">
      <dgm:prSet/>
      <dgm:spPr/>
      <dgm:t>
        <a:bodyPr/>
        <a:lstStyle/>
        <a:p>
          <a:endParaRPr lang="en-US"/>
        </a:p>
      </dgm:t>
    </dgm:pt>
    <dgm:pt modelId="{6C28DACC-0C31-4E1D-99E5-0C60C4206E9A}">
      <dgm:prSet phldrT="[Text]"/>
      <dgm:spPr/>
      <dgm:t>
        <a:bodyPr/>
        <a:lstStyle/>
        <a:p>
          <a:r>
            <a:rPr lang="en-US" dirty="0"/>
            <a:t>Learning what is the Oscilloscope (scope in short) and how to use it and other instruments such as logic analyzers, signal generators and digital multimeters in the context of building a microcontroller based device</a:t>
          </a:r>
        </a:p>
      </dgm:t>
    </dgm:pt>
    <dgm:pt modelId="{7B133A3A-4F43-452B-982A-E46B5C546741}" type="parTrans" cxnId="{57F03241-8F56-4B50-99A4-B70322F6B4A6}">
      <dgm:prSet/>
      <dgm:spPr/>
      <dgm:t>
        <a:bodyPr/>
        <a:lstStyle/>
        <a:p>
          <a:endParaRPr lang="en-US"/>
        </a:p>
      </dgm:t>
    </dgm:pt>
    <dgm:pt modelId="{4592DEDC-677F-4436-891B-B921FED2EAFB}" type="sibTrans" cxnId="{57F03241-8F56-4B50-99A4-B70322F6B4A6}">
      <dgm:prSet/>
      <dgm:spPr/>
      <dgm:t>
        <a:bodyPr/>
        <a:lstStyle/>
        <a:p>
          <a:endParaRPr lang="en-US"/>
        </a:p>
      </dgm:t>
    </dgm:pt>
    <dgm:pt modelId="{E9AE2D74-6506-4AD8-AA3A-7E29FB6E330D}">
      <dgm:prSet phldrT="[Text]"/>
      <dgm:spPr/>
      <dgm:t>
        <a:bodyPr/>
        <a:lstStyle/>
        <a:p>
          <a:r>
            <a:rPr lang="en-US" dirty="0"/>
            <a:t>Use the Arduino framework and  micro-controller as our main device for developing experimental setups</a:t>
          </a:r>
        </a:p>
      </dgm:t>
    </dgm:pt>
    <dgm:pt modelId="{7F7B984C-A417-4B0D-96B2-C13A6EB3D59A}" type="parTrans" cxnId="{3B9620A9-52B1-49BF-BA12-05CC9118B737}">
      <dgm:prSet/>
      <dgm:spPr/>
      <dgm:t>
        <a:bodyPr/>
        <a:lstStyle/>
        <a:p>
          <a:endParaRPr lang="en-US"/>
        </a:p>
      </dgm:t>
    </dgm:pt>
    <dgm:pt modelId="{D7126831-5179-45B6-9FDC-96964D118C7A}" type="sibTrans" cxnId="{3B9620A9-52B1-49BF-BA12-05CC9118B737}">
      <dgm:prSet/>
      <dgm:spPr/>
      <dgm:t>
        <a:bodyPr/>
        <a:lstStyle/>
        <a:p>
          <a:endParaRPr lang="en-US"/>
        </a:p>
      </dgm:t>
    </dgm:pt>
    <dgm:pt modelId="{8EBCC9DB-BC89-426D-A4AE-CDA9A760483C}">
      <dgm:prSet phldrT="[Text]"/>
      <dgm:spPr/>
      <dgm:t>
        <a:bodyPr/>
        <a:lstStyle/>
        <a:p>
          <a:r>
            <a:rPr lang="en-US" dirty="0"/>
            <a:t>Learn how to use and operate several peripheral devices to the Arduino, such as: Pushbutton, Potentiometer knob, OLED screen, Servo and DC motors and accelerometer</a:t>
          </a:r>
        </a:p>
      </dgm:t>
    </dgm:pt>
    <dgm:pt modelId="{E5E12EE1-029D-4495-8F80-DEAC469A65E0}" type="parTrans" cxnId="{5B241FCF-AD8C-4768-972B-BB7893F62468}">
      <dgm:prSet/>
      <dgm:spPr/>
      <dgm:t>
        <a:bodyPr/>
        <a:lstStyle/>
        <a:p>
          <a:endParaRPr lang="en-US"/>
        </a:p>
      </dgm:t>
    </dgm:pt>
    <dgm:pt modelId="{D13F596A-3C0C-4075-9B0C-0B714B5DF7A1}" type="sibTrans" cxnId="{5B241FCF-AD8C-4768-972B-BB7893F62468}">
      <dgm:prSet/>
      <dgm:spPr/>
      <dgm:t>
        <a:bodyPr/>
        <a:lstStyle/>
        <a:p>
          <a:endParaRPr lang="en-US"/>
        </a:p>
      </dgm:t>
    </dgm:pt>
    <dgm:pt modelId="{E462DF7B-44A5-4BE9-B471-8007755C6EEA}">
      <dgm:prSet phldrT="[Text]"/>
      <dgm:spPr/>
      <dgm:t>
        <a:bodyPr/>
        <a:lstStyle/>
        <a:p>
          <a:r>
            <a:rPr lang="en-US" dirty="0"/>
            <a:t>Learn how to establish a communication link via the serial port between the PC and the </a:t>
          </a:r>
          <a:r>
            <a:rPr lang="en-US" dirty="0" err="1"/>
            <a:t>uController</a:t>
          </a:r>
          <a:r>
            <a:rPr lang="en-US" dirty="0"/>
            <a:t> and how to look at the data in real time using the Oscilloscope to debug potential bugs.</a:t>
          </a:r>
        </a:p>
      </dgm:t>
    </dgm:pt>
    <dgm:pt modelId="{0A814633-F015-4A09-BE40-6FA0850457BC}" type="parTrans" cxnId="{FC6333B8-5E51-46C9-BEDD-69C1BD7F8C7E}">
      <dgm:prSet/>
      <dgm:spPr/>
      <dgm:t>
        <a:bodyPr/>
        <a:lstStyle/>
        <a:p>
          <a:endParaRPr lang="en-US"/>
        </a:p>
      </dgm:t>
    </dgm:pt>
    <dgm:pt modelId="{68B38EC3-4272-456C-B0D1-2AAB9AF515BC}" type="sibTrans" cxnId="{FC6333B8-5E51-46C9-BEDD-69C1BD7F8C7E}">
      <dgm:prSet/>
      <dgm:spPr/>
      <dgm:t>
        <a:bodyPr/>
        <a:lstStyle/>
        <a:p>
          <a:endParaRPr lang="en-US"/>
        </a:p>
      </dgm:t>
    </dgm:pt>
    <dgm:pt modelId="{B1B259AD-31CB-44C5-9F5D-17F9436B2FFA}">
      <dgm:prSet phldrT="[Text]"/>
      <dgm:spPr/>
      <dgm:t>
        <a:bodyPr/>
        <a:lstStyle/>
        <a:p>
          <a:r>
            <a:rPr lang="en-US" dirty="0"/>
            <a:t>Learn about concept of latency and how it is minimized when using a </a:t>
          </a:r>
          <a:r>
            <a:rPr lang="en-US" dirty="0" err="1"/>
            <a:t>uController</a:t>
          </a:r>
          <a:r>
            <a:rPr lang="en-US" dirty="0"/>
            <a:t>. We will measure the latency of our systems using the scope</a:t>
          </a:r>
        </a:p>
      </dgm:t>
    </dgm:pt>
    <dgm:pt modelId="{C24A0B81-2D9A-4592-B4C9-A00AF327A355}" type="parTrans" cxnId="{1CF99CE5-037C-4C77-A9B7-83E896EF128B}">
      <dgm:prSet/>
      <dgm:spPr/>
      <dgm:t>
        <a:bodyPr/>
        <a:lstStyle/>
        <a:p>
          <a:endParaRPr lang="en-US"/>
        </a:p>
      </dgm:t>
    </dgm:pt>
    <dgm:pt modelId="{7A2C7A3B-660C-4CBD-A6D3-2E731B616147}" type="sibTrans" cxnId="{1CF99CE5-037C-4C77-A9B7-83E896EF128B}">
      <dgm:prSet/>
      <dgm:spPr/>
      <dgm:t>
        <a:bodyPr/>
        <a:lstStyle/>
        <a:p>
          <a:endParaRPr lang="en-US"/>
        </a:p>
      </dgm:t>
    </dgm:pt>
    <dgm:pt modelId="{D5B7703C-0A1E-4E26-8111-BF9EA7B933DF}">
      <dgm:prSet phldrT="[Text]"/>
      <dgm:spPr/>
      <dgm:t>
        <a:bodyPr/>
        <a:lstStyle/>
        <a:p>
          <a:r>
            <a:rPr lang="en-US" dirty="0"/>
            <a:t>Working with Git and open source projects.</a:t>
          </a:r>
        </a:p>
      </dgm:t>
    </dgm:pt>
    <dgm:pt modelId="{F4B37387-C354-411D-84A9-EC72A3A085DC}" type="parTrans" cxnId="{CFE6E3D9-5B93-4A74-B74C-A16A5A81C9F9}">
      <dgm:prSet/>
      <dgm:spPr/>
      <dgm:t>
        <a:bodyPr/>
        <a:lstStyle/>
        <a:p>
          <a:endParaRPr lang="en-US"/>
        </a:p>
      </dgm:t>
    </dgm:pt>
    <dgm:pt modelId="{77884E2E-F79C-4667-95B0-DBD6CB039B90}" type="sibTrans" cxnId="{CFE6E3D9-5B93-4A74-B74C-A16A5A81C9F9}">
      <dgm:prSet/>
      <dgm:spPr/>
      <dgm:t>
        <a:bodyPr/>
        <a:lstStyle/>
        <a:p>
          <a:endParaRPr lang="en-US"/>
        </a:p>
      </dgm:t>
    </dgm:pt>
    <dgm:pt modelId="{FEFE6841-A58E-47CA-B626-CE307953BAD5}">
      <dgm:prSet phldrT="[Text]"/>
      <dgm:spPr/>
      <dgm:t>
        <a:bodyPr/>
        <a:lstStyle/>
        <a:p>
          <a:r>
            <a:rPr lang="en-US" dirty="0"/>
            <a:t>Learning basic concepts in electronics such as for example: Voltage and Current</a:t>
          </a:r>
        </a:p>
      </dgm:t>
    </dgm:pt>
    <dgm:pt modelId="{F90695D2-9371-41B5-A4AD-EA2F9A8BC43C}" type="parTrans" cxnId="{6C931891-0D35-4F6A-A573-C20F6341A821}">
      <dgm:prSet/>
      <dgm:spPr/>
      <dgm:t>
        <a:bodyPr/>
        <a:lstStyle/>
        <a:p>
          <a:endParaRPr lang="en-US"/>
        </a:p>
      </dgm:t>
    </dgm:pt>
    <dgm:pt modelId="{096D47F0-75F8-4E59-9454-1442F12DCFA1}" type="sibTrans" cxnId="{6C931891-0D35-4F6A-A573-C20F6341A821}">
      <dgm:prSet/>
      <dgm:spPr/>
      <dgm:t>
        <a:bodyPr/>
        <a:lstStyle/>
        <a:p>
          <a:endParaRPr lang="en-US"/>
        </a:p>
      </dgm:t>
    </dgm:pt>
    <dgm:pt modelId="{CB3623DC-BC72-43B9-85AA-F254A8BDF0CA}" type="pres">
      <dgm:prSet presAssocID="{7E669A9D-DA97-4B7E-AEB2-5D201B7D3739}" presName="vert0" presStyleCnt="0">
        <dgm:presLayoutVars>
          <dgm:dir/>
          <dgm:animOne val="branch"/>
          <dgm:animLvl val="lvl"/>
        </dgm:presLayoutVars>
      </dgm:prSet>
      <dgm:spPr/>
    </dgm:pt>
    <dgm:pt modelId="{57D0BC57-15B5-4986-9FAD-8CF68111242C}" type="pres">
      <dgm:prSet presAssocID="{A8CB5239-8591-443B-9404-10F23A6684F3}" presName="thickLine" presStyleLbl="alignNode1" presStyleIdx="0" presStyleCnt="9"/>
      <dgm:spPr/>
    </dgm:pt>
    <dgm:pt modelId="{A8791FF1-72DA-490E-9444-2BE11FC2CCCD}" type="pres">
      <dgm:prSet presAssocID="{A8CB5239-8591-443B-9404-10F23A6684F3}" presName="horz1" presStyleCnt="0"/>
      <dgm:spPr/>
    </dgm:pt>
    <dgm:pt modelId="{F2A79E9C-E84A-4CA9-B09D-506074CADF00}" type="pres">
      <dgm:prSet presAssocID="{A8CB5239-8591-443B-9404-10F23A6684F3}" presName="tx1" presStyleLbl="revTx" presStyleIdx="0" presStyleCnt="9"/>
      <dgm:spPr/>
    </dgm:pt>
    <dgm:pt modelId="{30876AC2-4296-42B4-A40D-4BFE1611EF1D}" type="pres">
      <dgm:prSet presAssocID="{A8CB5239-8591-443B-9404-10F23A6684F3}" presName="vert1" presStyleCnt="0"/>
      <dgm:spPr/>
    </dgm:pt>
    <dgm:pt modelId="{3C61B3AF-7089-4328-BA68-A489FD8D4746}" type="pres">
      <dgm:prSet presAssocID="{0CEAB185-6168-4452-AE8B-5BE0F892DCF5}" presName="thickLine" presStyleLbl="alignNode1" presStyleIdx="1" presStyleCnt="9"/>
      <dgm:spPr/>
    </dgm:pt>
    <dgm:pt modelId="{A3A185AA-5B0F-4A5B-9EB5-66254C19D156}" type="pres">
      <dgm:prSet presAssocID="{0CEAB185-6168-4452-AE8B-5BE0F892DCF5}" presName="horz1" presStyleCnt="0"/>
      <dgm:spPr/>
    </dgm:pt>
    <dgm:pt modelId="{B904598E-5183-46A5-A509-18D392D97CFE}" type="pres">
      <dgm:prSet presAssocID="{0CEAB185-6168-4452-AE8B-5BE0F892DCF5}" presName="tx1" presStyleLbl="revTx" presStyleIdx="1" presStyleCnt="9"/>
      <dgm:spPr/>
    </dgm:pt>
    <dgm:pt modelId="{4866A306-EF78-49F2-A709-C3596A5F83AB}" type="pres">
      <dgm:prSet presAssocID="{0CEAB185-6168-4452-AE8B-5BE0F892DCF5}" presName="vert1" presStyleCnt="0"/>
      <dgm:spPr/>
    </dgm:pt>
    <dgm:pt modelId="{DFE8E378-9A51-4CF9-8637-1D1A83C82D7D}" type="pres">
      <dgm:prSet presAssocID="{6C28DACC-0C31-4E1D-99E5-0C60C4206E9A}" presName="thickLine" presStyleLbl="alignNode1" presStyleIdx="2" presStyleCnt="9"/>
      <dgm:spPr/>
    </dgm:pt>
    <dgm:pt modelId="{18495EC8-95A6-4C99-AA84-DDFEB24E5F3C}" type="pres">
      <dgm:prSet presAssocID="{6C28DACC-0C31-4E1D-99E5-0C60C4206E9A}" presName="horz1" presStyleCnt="0"/>
      <dgm:spPr/>
    </dgm:pt>
    <dgm:pt modelId="{FD572CC8-33D9-4D99-84CB-36483E977C56}" type="pres">
      <dgm:prSet presAssocID="{6C28DACC-0C31-4E1D-99E5-0C60C4206E9A}" presName="tx1" presStyleLbl="revTx" presStyleIdx="2" presStyleCnt="9"/>
      <dgm:spPr/>
    </dgm:pt>
    <dgm:pt modelId="{EC2F1D7E-ACF4-407D-94F4-97B67D6300A1}" type="pres">
      <dgm:prSet presAssocID="{6C28DACC-0C31-4E1D-99E5-0C60C4206E9A}" presName="vert1" presStyleCnt="0"/>
      <dgm:spPr/>
    </dgm:pt>
    <dgm:pt modelId="{E94F8A2E-B325-4A1F-94E4-418F67D378DA}" type="pres">
      <dgm:prSet presAssocID="{E9AE2D74-6506-4AD8-AA3A-7E29FB6E330D}" presName="thickLine" presStyleLbl="alignNode1" presStyleIdx="3" presStyleCnt="9"/>
      <dgm:spPr/>
    </dgm:pt>
    <dgm:pt modelId="{E1479503-FFF1-4690-8643-8F59D245C276}" type="pres">
      <dgm:prSet presAssocID="{E9AE2D74-6506-4AD8-AA3A-7E29FB6E330D}" presName="horz1" presStyleCnt="0"/>
      <dgm:spPr/>
    </dgm:pt>
    <dgm:pt modelId="{4EB4FC29-C853-4807-B01C-72CA90735D0F}" type="pres">
      <dgm:prSet presAssocID="{E9AE2D74-6506-4AD8-AA3A-7E29FB6E330D}" presName="tx1" presStyleLbl="revTx" presStyleIdx="3" presStyleCnt="9"/>
      <dgm:spPr/>
    </dgm:pt>
    <dgm:pt modelId="{F50F12F9-0EE3-40EC-B0A8-3C13F49BEBC6}" type="pres">
      <dgm:prSet presAssocID="{E9AE2D74-6506-4AD8-AA3A-7E29FB6E330D}" presName="vert1" presStyleCnt="0"/>
      <dgm:spPr/>
    </dgm:pt>
    <dgm:pt modelId="{C0ED3241-988B-4451-B0A7-C7638003A41B}" type="pres">
      <dgm:prSet presAssocID="{8EBCC9DB-BC89-426D-A4AE-CDA9A760483C}" presName="thickLine" presStyleLbl="alignNode1" presStyleIdx="4" presStyleCnt="9"/>
      <dgm:spPr/>
    </dgm:pt>
    <dgm:pt modelId="{245A5603-DEE3-4885-9C3C-FC77661F78F6}" type="pres">
      <dgm:prSet presAssocID="{8EBCC9DB-BC89-426D-A4AE-CDA9A760483C}" presName="horz1" presStyleCnt="0"/>
      <dgm:spPr/>
    </dgm:pt>
    <dgm:pt modelId="{726CEC56-09EE-4107-BB38-A6F4BCBF4D18}" type="pres">
      <dgm:prSet presAssocID="{8EBCC9DB-BC89-426D-A4AE-CDA9A760483C}" presName="tx1" presStyleLbl="revTx" presStyleIdx="4" presStyleCnt="9"/>
      <dgm:spPr/>
    </dgm:pt>
    <dgm:pt modelId="{214C2C79-84D2-48D4-AFAE-1747BD745AE3}" type="pres">
      <dgm:prSet presAssocID="{8EBCC9DB-BC89-426D-A4AE-CDA9A760483C}" presName="vert1" presStyleCnt="0"/>
      <dgm:spPr/>
    </dgm:pt>
    <dgm:pt modelId="{70941F80-F012-4510-B646-9064E73D997C}" type="pres">
      <dgm:prSet presAssocID="{E462DF7B-44A5-4BE9-B471-8007755C6EEA}" presName="thickLine" presStyleLbl="alignNode1" presStyleIdx="5" presStyleCnt="9"/>
      <dgm:spPr/>
    </dgm:pt>
    <dgm:pt modelId="{7E5C6FB9-F752-4675-9FA6-CE093249441B}" type="pres">
      <dgm:prSet presAssocID="{E462DF7B-44A5-4BE9-B471-8007755C6EEA}" presName="horz1" presStyleCnt="0"/>
      <dgm:spPr/>
    </dgm:pt>
    <dgm:pt modelId="{56387F8C-54ED-45CB-ABE6-BE65A3072DF8}" type="pres">
      <dgm:prSet presAssocID="{E462DF7B-44A5-4BE9-B471-8007755C6EEA}" presName="tx1" presStyleLbl="revTx" presStyleIdx="5" presStyleCnt="9"/>
      <dgm:spPr/>
    </dgm:pt>
    <dgm:pt modelId="{CC0A5382-6DA3-431D-BDF5-9D2CDB7855F9}" type="pres">
      <dgm:prSet presAssocID="{E462DF7B-44A5-4BE9-B471-8007755C6EEA}" presName="vert1" presStyleCnt="0"/>
      <dgm:spPr/>
    </dgm:pt>
    <dgm:pt modelId="{CB9A77F2-C069-45D1-8A1B-D80DF06FF67B}" type="pres">
      <dgm:prSet presAssocID="{B1B259AD-31CB-44C5-9F5D-17F9436B2FFA}" presName="thickLine" presStyleLbl="alignNode1" presStyleIdx="6" presStyleCnt="9"/>
      <dgm:spPr/>
    </dgm:pt>
    <dgm:pt modelId="{E2BDD3D2-4532-480A-B705-DFDF35D0D18C}" type="pres">
      <dgm:prSet presAssocID="{B1B259AD-31CB-44C5-9F5D-17F9436B2FFA}" presName="horz1" presStyleCnt="0"/>
      <dgm:spPr/>
    </dgm:pt>
    <dgm:pt modelId="{3997D5FC-409B-4029-8622-D3218604FF80}" type="pres">
      <dgm:prSet presAssocID="{B1B259AD-31CB-44C5-9F5D-17F9436B2FFA}" presName="tx1" presStyleLbl="revTx" presStyleIdx="6" presStyleCnt="9"/>
      <dgm:spPr/>
    </dgm:pt>
    <dgm:pt modelId="{6667FA77-B489-4E7A-9B5F-3BD20EAF032C}" type="pres">
      <dgm:prSet presAssocID="{B1B259AD-31CB-44C5-9F5D-17F9436B2FFA}" presName="vert1" presStyleCnt="0"/>
      <dgm:spPr/>
    </dgm:pt>
    <dgm:pt modelId="{62EE132E-4649-4885-8980-5EBA70025FA0}" type="pres">
      <dgm:prSet presAssocID="{D5B7703C-0A1E-4E26-8111-BF9EA7B933DF}" presName="thickLine" presStyleLbl="alignNode1" presStyleIdx="7" presStyleCnt="9"/>
      <dgm:spPr/>
    </dgm:pt>
    <dgm:pt modelId="{35EF8D0B-8D5D-4142-B3FC-B364BA8D6E21}" type="pres">
      <dgm:prSet presAssocID="{D5B7703C-0A1E-4E26-8111-BF9EA7B933DF}" presName="horz1" presStyleCnt="0"/>
      <dgm:spPr/>
    </dgm:pt>
    <dgm:pt modelId="{2685EB5D-E781-43AD-9633-5A4AD614A3C4}" type="pres">
      <dgm:prSet presAssocID="{D5B7703C-0A1E-4E26-8111-BF9EA7B933DF}" presName="tx1" presStyleLbl="revTx" presStyleIdx="7" presStyleCnt="9"/>
      <dgm:spPr/>
    </dgm:pt>
    <dgm:pt modelId="{A9634890-46D7-4B35-867F-C97619046013}" type="pres">
      <dgm:prSet presAssocID="{D5B7703C-0A1E-4E26-8111-BF9EA7B933DF}" presName="vert1" presStyleCnt="0"/>
      <dgm:spPr/>
    </dgm:pt>
    <dgm:pt modelId="{462C60CB-FB09-4CB4-B4C6-B3A435203126}" type="pres">
      <dgm:prSet presAssocID="{FEFE6841-A58E-47CA-B626-CE307953BAD5}" presName="thickLine" presStyleLbl="alignNode1" presStyleIdx="8" presStyleCnt="9"/>
      <dgm:spPr/>
    </dgm:pt>
    <dgm:pt modelId="{F67BBAA4-29DC-41A0-A89B-6566705E0A24}" type="pres">
      <dgm:prSet presAssocID="{FEFE6841-A58E-47CA-B626-CE307953BAD5}" presName="horz1" presStyleCnt="0"/>
      <dgm:spPr/>
    </dgm:pt>
    <dgm:pt modelId="{724BB602-42E6-4469-BFFA-A54426E70020}" type="pres">
      <dgm:prSet presAssocID="{FEFE6841-A58E-47CA-B626-CE307953BAD5}" presName="tx1" presStyleLbl="revTx" presStyleIdx="8" presStyleCnt="9"/>
      <dgm:spPr/>
    </dgm:pt>
    <dgm:pt modelId="{ED6A973B-A2BC-4569-B3F5-C0C5065D7316}" type="pres">
      <dgm:prSet presAssocID="{FEFE6841-A58E-47CA-B626-CE307953BAD5}" presName="vert1" presStyleCnt="0"/>
      <dgm:spPr/>
    </dgm:pt>
  </dgm:ptLst>
  <dgm:cxnLst>
    <dgm:cxn modelId="{A0217B02-C5A1-4C79-BCA0-ABB9F852343E}" srcId="{7E669A9D-DA97-4B7E-AEB2-5D201B7D3739}" destId="{0CEAB185-6168-4452-AE8B-5BE0F892DCF5}" srcOrd="1" destOrd="0" parTransId="{B8B8EE99-97D7-4CF5-A5F9-74B3E7CE52A9}" sibTransId="{18F27483-3757-4F25-AF3D-61D38CAF292C}"/>
    <dgm:cxn modelId="{5ECDD125-4749-44DF-ACE7-14CAA0EA114F}" type="presOf" srcId="{E462DF7B-44A5-4BE9-B471-8007755C6EEA}" destId="{56387F8C-54ED-45CB-ABE6-BE65A3072DF8}" srcOrd="0" destOrd="0" presId="urn:microsoft.com/office/officeart/2008/layout/LinedList"/>
    <dgm:cxn modelId="{3181C630-5D07-4C0B-A2F8-99E13A74C741}" type="presOf" srcId="{8EBCC9DB-BC89-426D-A4AE-CDA9A760483C}" destId="{726CEC56-09EE-4107-BB38-A6F4BCBF4D18}" srcOrd="0" destOrd="0" presId="urn:microsoft.com/office/officeart/2008/layout/LinedList"/>
    <dgm:cxn modelId="{C6C63A5F-91EC-43E5-9D1F-54A593DB04BB}" type="presOf" srcId="{6C28DACC-0C31-4E1D-99E5-0C60C4206E9A}" destId="{FD572CC8-33D9-4D99-84CB-36483E977C56}" srcOrd="0" destOrd="0" presId="urn:microsoft.com/office/officeart/2008/layout/LinedList"/>
    <dgm:cxn modelId="{57F03241-8F56-4B50-99A4-B70322F6B4A6}" srcId="{7E669A9D-DA97-4B7E-AEB2-5D201B7D3739}" destId="{6C28DACC-0C31-4E1D-99E5-0C60C4206E9A}" srcOrd="2" destOrd="0" parTransId="{7B133A3A-4F43-452B-982A-E46B5C546741}" sibTransId="{4592DEDC-677F-4436-891B-B921FED2EAFB}"/>
    <dgm:cxn modelId="{13220E47-AD77-4887-88CB-3C625049D035}" type="presOf" srcId="{FEFE6841-A58E-47CA-B626-CE307953BAD5}" destId="{724BB602-42E6-4469-BFFA-A54426E70020}" srcOrd="0" destOrd="0" presId="urn:microsoft.com/office/officeart/2008/layout/LinedList"/>
    <dgm:cxn modelId="{70DF5A54-83DC-4A0E-BF1E-044C3142DB55}" type="presOf" srcId="{A8CB5239-8591-443B-9404-10F23A6684F3}" destId="{F2A79E9C-E84A-4CA9-B09D-506074CADF00}" srcOrd="0" destOrd="0" presId="urn:microsoft.com/office/officeart/2008/layout/LinedList"/>
    <dgm:cxn modelId="{6248EC7D-21D0-4FF3-B626-552214501263}" type="presOf" srcId="{0CEAB185-6168-4452-AE8B-5BE0F892DCF5}" destId="{B904598E-5183-46A5-A509-18D392D97CFE}" srcOrd="0" destOrd="0" presId="urn:microsoft.com/office/officeart/2008/layout/LinedList"/>
    <dgm:cxn modelId="{E7AB398A-E42C-4C05-8C3D-E7C991C85EBA}" type="presOf" srcId="{7E669A9D-DA97-4B7E-AEB2-5D201B7D3739}" destId="{CB3623DC-BC72-43B9-85AA-F254A8BDF0CA}" srcOrd="0" destOrd="0" presId="urn:microsoft.com/office/officeart/2008/layout/LinedList"/>
    <dgm:cxn modelId="{6C931891-0D35-4F6A-A573-C20F6341A821}" srcId="{7E669A9D-DA97-4B7E-AEB2-5D201B7D3739}" destId="{FEFE6841-A58E-47CA-B626-CE307953BAD5}" srcOrd="8" destOrd="0" parTransId="{F90695D2-9371-41B5-A4AD-EA2F9A8BC43C}" sibTransId="{096D47F0-75F8-4E59-9454-1442F12DCFA1}"/>
    <dgm:cxn modelId="{3B9620A9-52B1-49BF-BA12-05CC9118B737}" srcId="{7E669A9D-DA97-4B7E-AEB2-5D201B7D3739}" destId="{E9AE2D74-6506-4AD8-AA3A-7E29FB6E330D}" srcOrd="3" destOrd="0" parTransId="{7F7B984C-A417-4B0D-96B2-C13A6EB3D59A}" sibTransId="{D7126831-5179-45B6-9FDC-96964D118C7A}"/>
    <dgm:cxn modelId="{81B0B6A9-1DE3-4722-A0CC-07E2100FD895}" srcId="{7E669A9D-DA97-4B7E-AEB2-5D201B7D3739}" destId="{A8CB5239-8591-443B-9404-10F23A6684F3}" srcOrd="0" destOrd="0" parTransId="{D83969B9-1127-4809-8782-07285725AA60}" sibTransId="{3B4ADE6F-04B5-47EF-8946-31607AC89AF8}"/>
    <dgm:cxn modelId="{9C67D9AC-9C2A-407A-97F7-D8BAD0A263BA}" type="presOf" srcId="{D5B7703C-0A1E-4E26-8111-BF9EA7B933DF}" destId="{2685EB5D-E781-43AD-9633-5A4AD614A3C4}" srcOrd="0" destOrd="0" presId="urn:microsoft.com/office/officeart/2008/layout/LinedList"/>
    <dgm:cxn modelId="{FC6333B8-5E51-46C9-BEDD-69C1BD7F8C7E}" srcId="{7E669A9D-DA97-4B7E-AEB2-5D201B7D3739}" destId="{E462DF7B-44A5-4BE9-B471-8007755C6EEA}" srcOrd="5" destOrd="0" parTransId="{0A814633-F015-4A09-BE40-6FA0850457BC}" sibTransId="{68B38EC3-4272-456C-B0D1-2AAB9AF515BC}"/>
    <dgm:cxn modelId="{841C7FC2-FF50-4962-BBD0-E6A3D0DA779A}" type="presOf" srcId="{B1B259AD-31CB-44C5-9F5D-17F9436B2FFA}" destId="{3997D5FC-409B-4029-8622-D3218604FF80}" srcOrd="0" destOrd="0" presId="urn:microsoft.com/office/officeart/2008/layout/LinedList"/>
    <dgm:cxn modelId="{5B241FCF-AD8C-4768-972B-BB7893F62468}" srcId="{7E669A9D-DA97-4B7E-AEB2-5D201B7D3739}" destId="{8EBCC9DB-BC89-426D-A4AE-CDA9A760483C}" srcOrd="4" destOrd="0" parTransId="{E5E12EE1-029D-4495-8F80-DEAC469A65E0}" sibTransId="{D13F596A-3C0C-4075-9B0C-0B714B5DF7A1}"/>
    <dgm:cxn modelId="{CFE6E3D9-5B93-4A74-B74C-A16A5A81C9F9}" srcId="{7E669A9D-DA97-4B7E-AEB2-5D201B7D3739}" destId="{D5B7703C-0A1E-4E26-8111-BF9EA7B933DF}" srcOrd="7" destOrd="0" parTransId="{F4B37387-C354-411D-84A9-EC72A3A085DC}" sibTransId="{77884E2E-F79C-4667-95B0-DBD6CB039B90}"/>
    <dgm:cxn modelId="{1CF99CE5-037C-4C77-A9B7-83E896EF128B}" srcId="{7E669A9D-DA97-4B7E-AEB2-5D201B7D3739}" destId="{B1B259AD-31CB-44C5-9F5D-17F9436B2FFA}" srcOrd="6" destOrd="0" parTransId="{C24A0B81-2D9A-4592-B4C9-A00AF327A355}" sibTransId="{7A2C7A3B-660C-4CBD-A6D3-2E731B616147}"/>
    <dgm:cxn modelId="{651788EE-2499-45AD-9507-63590E9BABB0}" type="presOf" srcId="{E9AE2D74-6506-4AD8-AA3A-7E29FB6E330D}" destId="{4EB4FC29-C853-4807-B01C-72CA90735D0F}" srcOrd="0" destOrd="0" presId="urn:microsoft.com/office/officeart/2008/layout/LinedList"/>
    <dgm:cxn modelId="{D170ADEF-7265-4AE0-93A1-865BB23EB2BE}" type="presParOf" srcId="{CB3623DC-BC72-43B9-85AA-F254A8BDF0CA}" destId="{57D0BC57-15B5-4986-9FAD-8CF68111242C}" srcOrd="0" destOrd="0" presId="urn:microsoft.com/office/officeart/2008/layout/LinedList"/>
    <dgm:cxn modelId="{842BEF65-C808-4029-AE07-7C43C4E24624}" type="presParOf" srcId="{CB3623DC-BC72-43B9-85AA-F254A8BDF0CA}" destId="{A8791FF1-72DA-490E-9444-2BE11FC2CCCD}" srcOrd="1" destOrd="0" presId="urn:microsoft.com/office/officeart/2008/layout/LinedList"/>
    <dgm:cxn modelId="{339F0F6D-DADB-43BC-824C-4C8326B5FC11}" type="presParOf" srcId="{A8791FF1-72DA-490E-9444-2BE11FC2CCCD}" destId="{F2A79E9C-E84A-4CA9-B09D-506074CADF00}" srcOrd="0" destOrd="0" presId="urn:microsoft.com/office/officeart/2008/layout/LinedList"/>
    <dgm:cxn modelId="{AB241704-BB61-4DDF-BAE6-DFC76A373B53}" type="presParOf" srcId="{A8791FF1-72DA-490E-9444-2BE11FC2CCCD}" destId="{30876AC2-4296-42B4-A40D-4BFE1611EF1D}" srcOrd="1" destOrd="0" presId="urn:microsoft.com/office/officeart/2008/layout/LinedList"/>
    <dgm:cxn modelId="{D0E3D428-932F-4BE8-AF99-784B3AFCBE7C}" type="presParOf" srcId="{CB3623DC-BC72-43B9-85AA-F254A8BDF0CA}" destId="{3C61B3AF-7089-4328-BA68-A489FD8D4746}" srcOrd="2" destOrd="0" presId="urn:microsoft.com/office/officeart/2008/layout/LinedList"/>
    <dgm:cxn modelId="{B7C83D61-F6EC-4469-972A-8705209936CF}" type="presParOf" srcId="{CB3623DC-BC72-43B9-85AA-F254A8BDF0CA}" destId="{A3A185AA-5B0F-4A5B-9EB5-66254C19D156}" srcOrd="3" destOrd="0" presId="urn:microsoft.com/office/officeart/2008/layout/LinedList"/>
    <dgm:cxn modelId="{3C9E3057-09B5-42D4-AB77-20B873A805AD}" type="presParOf" srcId="{A3A185AA-5B0F-4A5B-9EB5-66254C19D156}" destId="{B904598E-5183-46A5-A509-18D392D97CFE}" srcOrd="0" destOrd="0" presId="urn:microsoft.com/office/officeart/2008/layout/LinedList"/>
    <dgm:cxn modelId="{35282EFC-2980-4716-8319-7FB561BB4AC4}" type="presParOf" srcId="{A3A185AA-5B0F-4A5B-9EB5-66254C19D156}" destId="{4866A306-EF78-49F2-A709-C3596A5F83AB}" srcOrd="1" destOrd="0" presId="urn:microsoft.com/office/officeart/2008/layout/LinedList"/>
    <dgm:cxn modelId="{9B93DE99-DF0C-47BB-A269-58982875B90A}" type="presParOf" srcId="{CB3623DC-BC72-43B9-85AA-F254A8BDF0CA}" destId="{DFE8E378-9A51-4CF9-8637-1D1A83C82D7D}" srcOrd="4" destOrd="0" presId="urn:microsoft.com/office/officeart/2008/layout/LinedList"/>
    <dgm:cxn modelId="{A674273B-68A5-4DA1-8F2F-EB968B1A846F}" type="presParOf" srcId="{CB3623DC-BC72-43B9-85AA-F254A8BDF0CA}" destId="{18495EC8-95A6-4C99-AA84-DDFEB24E5F3C}" srcOrd="5" destOrd="0" presId="urn:microsoft.com/office/officeart/2008/layout/LinedList"/>
    <dgm:cxn modelId="{06958C66-0F06-4D66-8896-D90E1C7CAA9E}" type="presParOf" srcId="{18495EC8-95A6-4C99-AA84-DDFEB24E5F3C}" destId="{FD572CC8-33D9-4D99-84CB-36483E977C56}" srcOrd="0" destOrd="0" presId="urn:microsoft.com/office/officeart/2008/layout/LinedList"/>
    <dgm:cxn modelId="{86626125-B7B8-4053-866B-044306BA586F}" type="presParOf" srcId="{18495EC8-95A6-4C99-AA84-DDFEB24E5F3C}" destId="{EC2F1D7E-ACF4-407D-94F4-97B67D6300A1}" srcOrd="1" destOrd="0" presId="urn:microsoft.com/office/officeart/2008/layout/LinedList"/>
    <dgm:cxn modelId="{04CD64A2-45F0-4B4A-946E-C6231F9F612C}" type="presParOf" srcId="{CB3623DC-BC72-43B9-85AA-F254A8BDF0CA}" destId="{E94F8A2E-B325-4A1F-94E4-418F67D378DA}" srcOrd="6" destOrd="0" presId="urn:microsoft.com/office/officeart/2008/layout/LinedList"/>
    <dgm:cxn modelId="{F93609D6-1A96-4717-9DDF-8BC0A95B6508}" type="presParOf" srcId="{CB3623DC-BC72-43B9-85AA-F254A8BDF0CA}" destId="{E1479503-FFF1-4690-8643-8F59D245C276}" srcOrd="7" destOrd="0" presId="urn:microsoft.com/office/officeart/2008/layout/LinedList"/>
    <dgm:cxn modelId="{18007C7D-11C2-4172-A778-4EA14D3035CD}" type="presParOf" srcId="{E1479503-FFF1-4690-8643-8F59D245C276}" destId="{4EB4FC29-C853-4807-B01C-72CA90735D0F}" srcOrd="0" destOrd="0" presId="urn:microsoft.com/office/officeart/2008/layout/LinedList"/>
    <dgm:cxn modelId="{3F062C77-1404-4698-BD69-9798DD605361}" type="presParOf" srcId="{E1479503-FFF1-4690-8643-8F59D245C276}" destId="{F50F12F9-0EE3-40EC-B0A8-3C13F49BEBC6}" srcOrd="1" destOrd="0" presId="urn:microsoft.com/office/officeart/2008/layout/LinedList"/>
    <dgm:cxn modelId="{49C86630-9DB2-4CDF-B10B-13536BD19594}" type="presParOf" srcId="{CB3623DC-BC72-43B9-85AA-F254A8BDF0CA}" destId="{C0ED3241-988B-4451-B0A7-C7638003A41B}" srcOrd="8" destOrd="0" presId="urn:microsoft.com/office/officeart/2008/layout/LinedList"/>
    <dgm:cxn modelId="{EC14EE4C-CEFF-4CEE-BA16-6CBD3134F096}" type="presParOf" srcId="{CB3623DC-BC72-43B9-85AA-F254A8BDF0CA}" destId="{245A5603-DEE3-4885-9C3C-FC77661F78F6}" srcOrd="9" destOrd="0" presId="urn:microsoft.com/office/officeart/2008/layout/LinedList"/>
    <dgm:cxn modelId="{33491F97-E177-49FA-9D6C-933F9E0332A9}" type="presParOf" srcId="{245A5603-DEE3-4885-9C3C-FC77661F78F6}" destId="{726CEC56-09EE-4107-BB38-A6F4BCBF4D18}" srcOrd="0" destOrd="0" presId="urn:microsoft.com/office/officeart/2008/layout/LinedList"/>
    <dgm:cxn modelId="{790719A5-82E2-4AB7-9D29-28C5465C3294}" type="presParOf" srcId="{245A5603-DEE3-4885-9C3C-FC77661F78F6}" destId="{214C2C79-84D2-48D4-AFAE-1747BD745AE3}" srcOrd="1" destOrd="0" presId="urn:microsoft.com/office/officeart/2008/layout/LinedList"/>
    <dgm:cxn modelId="{3FB04B7E-343C-41D2-9572-FFCAE2FCC7B0}" type="presParOf" srcId="{CB3623DC-BC72-43B9-85AA-F254A8BDF0CA}" destId="{70941F80-F012-4510-B646-9064E73D997C}" srcOrd="10" destOrd="0" presId="urn:microsoft.com/office/officeart/2008/layout/LinedList"/>
    <dgm:cxn modelId="{05C2F317-CF7A-469B-88B7-9D8F25D51A5B}" type="presParOf" srcId="{CB3623DC-BC72-43B9-85AA-F254A8BDF0CA}" destId="{7E5C6FB9-F752-4675-9FA6-CE093249441B}" srcOrd="11" destOrd="0" presId="urn:microsoft.com/office/officeart/2008/layout/LinedList"/>
    <dgm:cxn modelId="{3819A7A3-679E-431A-925B-3B7DB765D82F}" type="presParOf" srcId="{7E5C6FB9-F752-4675-9FA6-CE093249441B}" destId="{56387F8C-54ED-45CB-ABE6-BE65A3072DF8}" srcOrd="0" destOrd="0" presId="urn:microsoft.com/office/officeart/2008/layout/LinedList"/>
    <dgm:cxn modelId="{38948448-C739-4632-8CD4-CEFFB7F4C421}" type="presParOf" srcId="{7E5C6FB9-F752-4675-9FA6-CE093249441B}" destId="{CC0A5382-6DA3-431D-BDF5-9D2CDB7855F9}" srcOrd="1" destOrd="0" presId="urn:microsoft.com/office/officeart/2008/layout/LinedList"/>
    <dgm:cxn modelId="{4165EBB5-CFE6-4715-B0E1-4FEF4C50C7DF}" type="presParOf" srcId="{CB3623DC-BC72-43B9-85AA-F254A8BDF0CA}" destId="{CB9A77F2-C069-45D1-8A1B-D80DF06FF67B}" srcOrd="12" destOrd="0" presId="urn:microsoft.com/office/officeart/2008/layout/LinedList"/>
    <dgm:cxn modelId="{364B6D80-F739-438D-80D7-408D30D98A86}" type="presParOf" srcId="{CB3623DC-BC72-43B9-85AA-F254A8BDF0CA}" destId="{E2BDD3D2-4532-480A-B705-DFDF35D0D18C}" srcOrd="13" destOrd="0" presId="urn:microsoft.com/office/officeart/2008/layout/LinedList"/>
    <dgm:cxn modelId="{BFDDA6DB-BBF9-4B80-A0D9-F9EDE775B606}" type="presParOf" srcId="{E2BDD3D2-4532-480A-B705-DFDF35D0D18C}" destId="{3997D5FC-409B-4029-8622-D3218604FF80}" srcOrd="0" destOrd="0" presId="urn:microsoft.com/office/officeart/2008/layout/LinedList"/>
    <dgm:cxn modelId="{9295502B-F22A-4DB5-97AC-8B98A961B911}" type="presParOf" srcId="{E2BDD3D2-4532-480A-B705-DFDF35D0D18C}" destId="{6667FA77-B489-4E7A-9B5F-3BD20EAF032C}" srcOrd="1" destOrd="0" presId="urn:microsoft.com/office/officeart/2008/layout/LinedList"/>
    <dgm:cxn modelId="{6D5868ED-CEF2-4F06-B33B-B06B575F7DE6}" type="presParOf" srcId="{CB3623DC-BC72-43B9-85AA-F254A8BDF0CA}" destId="{62EE132E-4649-4885-8980-5EBA70025FA0}" srcOrd="14" destOrd="0" presId="urn:microsoft.com/office/officeart/2008/layout/LinedList"/>
    <dgm:cxn modelId="{EB02737F-CCEE-47EC-8F4F-46C48539E730}" type="presParOf" srcId="{CB3623DC-BC72-43B9-85AA-F254A8BDF0CA}" destId="{35EF8D0B-8D5D-4142-B3FC-B364BA8D6E21}" srcOrd="15" destOrd="0" presId="urn:microsoft.com/office/officeart/2008/layout/LinedList"/>
    <dgm:cxn modelId="{903AE10D-79F8-45E5-86B6-78D298C16817}" type="presParOf" srcId="{35EF8D0B-8D5D-4142-B3FC-B364BA8D6E21}" destId="{2685EB5D-E781-43AD-9633-5A4AD614A3C4}" srcOrd="0" destOrd="0" presId="urn:microsoft.com/office/officeart/2008/layout/LinedList"/>
    <dgm:cxn modelId="{19159F80-BE8A-4EFC-BF42-E0EE70D17E87}" type="presParOf" srcId="{35EF8D0B-8D5D-4142-B3FC-B364BA8D6E21}" destId="{A9634890-46D7-4B35-867F-C97619046013}" srcOrd="1" destOrd="0" presId="urn:microsoft.com/office/officeart/2008/layout/LinedList"/>
    <dgm:cxn modelId="{42C9EBCD-0E2B-403F-946A-6836FB8CBF5F}" type="presParOf" srcId="{CB3623DC-BC72-43B9-85AA-F254A8BDF0CA}" destId="{462C60CB-FB09-4CB4-B4C6-B3A435203126}" srcOrd="16" destOrd="0" presId="urn:microsoft.com/office/officeart/2008/layout/LinedList"/>
    <dgm:cxn modelId="{8AC6B306-4CAD-4573-8A5D-191947596163}" type="presParOf" srcId="{CB3623DC-BC72-43B9-85AA-F254A8BDF0CA}" destId="{F67BBAA4-29DC-41A0-A89B-6566705E0A24}" srcOrd="17" destOrd="0" presId="urn:microsoft.com/office/officeart/2008/layout/LinedList"/>
    <dgm:cxn modelId="{E3128CE0-62FE-46AC-A84B-C42A248E042C}" type="presParOf" srcId="{F67BBAA4-29DC-41A0-A89B-6566705E0A24}" destId="{724BB602-42E6-4469-BFFA-A54426E70020}" srcOrd="0" destOrd="0" presId="urn:microsoft.com/office/officeart/2008/layout/LinedList"/>
    <dgm:cxn modelId="{1CD39559-92A0-41FA-911F-CBD5A8122808}" type="presParOf" srcId="{F67BBAA4-29DC-41A0-A89B-6566705E0A24}" destId="{ED6A973B-A2BC-4569-B3F5-C0C5065D731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669A9D-DA97-4B7E-AEB2-5D201B7D373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007F3D-023F-4A07-87C0-8D5523A4C501}">
      <dgm:prSet/>
      <dgm:spPr/>
      <dgm:t>
        <a:bodyPr/>
        <a:lstStyle/>
        <a:p>
          <a:r>
            <a:rPr lang="en-US" dirty="0"/>
            <a:t>Testing the Grove (Arduino Setup)  - Test writing an example to the board</a:t>
          </a:r>
        </a:p>
      </dgm:t>
    </dgm:pt>
    <dgm:pt modelId="{ACD9E7D4-7263-4A4A-A9DF-46875BCFB63F}" type="parTrans" cxnId="{834181D4-635B-449E-8F32-841DF431FF02}">
      <dgm:prSet/>
      <dgm:spPr/>
      <dgm:t>
        <a:bodyPr/>
        <a:lstStyle/>
        <a:p>
          <a:endParaRPr lang="en-US"/>
        </a:p>
      </dgm:t>
    </dgm:pt>
    <dgm:pt modelId="{B810E2E2-FA6F-4B02-99EB-D531D623425E}" type="sibTrans" cxnId="{834181D4-635B-449E-8F32-841DF431FF02}">
      <dgm:prSet/>
      <dgm:spPr/>
      <dgm:t>
        <a:bodyPr/>
        <a:lstStyle/>
        <a:p>
          <a:endParaRPr lang="en-US"/>
        </a:p>
      </dgm:t>
    </dgm:pt>
    <dgm:pt modelId="{1CBE5936-8D31-4083-B40C-FA25D29C2292}">
      <dgm:prSet/>
      <dgm:spPr/>
      <dgm:t>
        <a:bodyPr/>
        <a:lstStyle/>
        <a:p>
          <a:pPr rtl="0"/>
          <a:r>
            <a:rPr lang="en-US" dirty="0"/>
            <a:t>Test </a:t>
          </a:r>
          <a:r>
            <a:rPr lang="en-US" dirty="0" err="1"/>
            <a:t>Scopy</a:t>
          </a:r>
          <a:r>
            <a:rPr lang="en-US" dirty="0"/>
            <a:t> is functional by</a:t>
          </a:r>
          <a:r>
            <a:rPr lang="en-US" dirty="0">
              <a:latin typeface="Bahnschrift"/>
            </a:rPr>
            <a:t> </a:t>
          </a:r>
          <a:r>
            <a:rPr lang="en-US" dirty="0"/>
            <a:t> running the </a:t>
          </a:r>
          <a:r>
            <a:rPr lang="en-US" dirty="0" err="1"/>
            <a:t>scpe</a:t>
          </a:r>
          <a:r>
            <a:rPr lang="en-US" dirty="0"/>
            <a:t> instrument</a:t>
          </a:r>
        </a:p>
      </dgm:t>
    </dgm:pt>
    <dgm:pt modelId="{2C3133CA-0158-491A-8525-3B56113D183C}" type="parTrans" cxnId="{7C3D1C9B-EAD8-48C2-BA1D-452A65117C10}">
      <dgm:prSet/>
      <dgm:spPr/>
      <dgm:t>
        <a:bodyPr/>
        <a:lstStyle/>
        <a:p>
          <a:endParaRPr lang="en-US"/>
        </a:p>
      </dgm:t>
    </dgm:pt>
    <dgm:pt modelId="{0C6637D8-0F10-43E5-9C13-81C667891A17}" type="sibTrans" cxnId="{7C3D1C9B-EAD8-48C2-BA1D-452A65117C10}">
      <dgm:prSet/>
      <dgm:spPr/>
      <dgm:t>
        <a:bodyPr/>
        <a:lstStyle/>
        <a:p>
          <a:endParaRPr lang="en-US"/>
        </a:p>
      </dgm:t>
    </dgm:pt>
    <dgm:pt modelId="{CB3623DC-BC72-43B9-85AA-F254A8BDF0CA}" type="pres">
      <dgm:prSet presAssocID="{7E669A9D-DA97-4B7E-AEB2-5D201B7D3739}" presName="vert0" presStyleCnt="0">
        <dgm:presLayoutVars>
          <dgm:dir/>
          <dgm:animOne val="branch"/>
          <dgm:animLvl val="lvl"/>
        </dgm:presLayoutVars>
      </dgm:prSet>
      <dgm:spPr/>
    </dgm:pt>
    <dgm:pt modelId="{FC2206FA-99D5-46D9-80D2-1852DB7BA81F}" type="pres">
      <dgm:prSet presAssocID="{7B007F3D-023F-4A07-87C0-8D5523A4C501}" presName="thickLine" presStyleLbl="alignNode1" presStyleIdx="0" presStyleCnt="2"/>
      <dgm:spPr/>
    </dgm:pt>
    <dgm:pt modelId="{C12084F7-AC32-43A2-95A5-A96841C68C7D}" type="pres">
      <dgm:prSet presAssocID="{7B007F3D-023F-4A07-87C0-8D5523A4C501}" presName="horz1" presStyleCnt="0"/>
      <dgm:spPr/>
    </dgm:pt>
    <dgm:pt modelId="{DCB807CA-AE38-4027-A2DF-4D3646CF96E8}" type="pres">
      <dgm:prSet presAssocID="{7B007F3D-023F-4A07-87C0-8D5523A4C501}" presName="tx1" presStyleLbl="revTx" presStyleIdx="0" presStyleCnt="2"/>
      <dgm:spPr/>
    </dgm:pt>
    <dgm:pt modelId="{13F2848F-8E53-48FA-AAAB-994EDCFA2EF4}" type="pres">
      <dgm:prSet presAssocID="{7B007F3D-023F-4A07-87C0-8D5523A4C501}" presName="vert1" presStyleCnt="0"/>
      <dgm:spPr/>
    </dgm:pt>
    <dgm:pt modelId="{4BBED252-DB3A-476B-A69F-0D6AD7372A2F}" type="pres">
      <dgm:prSet presAssocID="{1CBE5936-8D31-4083-B40C-FA25D29C2292}" presName="thickLine" presStyleLbl="alignNode1" presStyleIdx="1" presStyleCnt="2"/>
      <dgm:spPr/>
    </dgm:pt>
    <dgm:pt modelId="{35CE0A9A-0DAF-4C68-95AB-FB3FDE334050}" type="pres">
      <dgm:prSet presAssocID="{1CBE5936-8D31-4083-B40C-FA25D29C2292}" presName="horz1" presStyleCnt="0"/>
      <dgm:spPr/>
    </dgm:pt>
    <dgm:pt modelId="{997D9443-0149-4CA6-9CFB-FB4CBE7EF5C4}" type="pres">
      <dgm:prSet presAssocID="{1CBE5936-8D31-4083-B40C-FA25D29C2292}" presName="tx1" presStyleLbl="revTx" presStyleIdx="1" presStyleCnt="2"/>
      <dgm:spPr/>
    </dgm:pt>
    <dgm:pt modelId="{B190E367-3BF6-47FF-BE3F-93D79AD0BD64}" type="pres">
      <dgm:prSet presAssocID="{1CBE5936-8D31-4083-B40C-FA25D29C2292}" presName="vert1" presStyleCnt="0"/>
      <dgm:spPr/>
    </dgm:pt>
  </dgm:ptLst>
  <dgm:cxnLst>
    <dgm:cxn modelId="{0F20D446-8BEC-4D07-80CB-2DF1A7AE3832}" type="presOf" srcId="{1CBE5936-8D31-4083-B40C-FA25D29C2292}" destId="{997D9443-0149-4CA6-9CFB-FB4CBE7EF5C4}" srcOrd="0" destOrd="0" presId="urn:microsoft.com/office/officeart/2008/layout/LinedList"/>
    <dgm:cxn modelId="{E7AB398A-E42C-4C05-8C3D-E7C991C85EBA}" type="presOf" srcId="{7E669A9D-DA97-4B7E-AEB2-5D201B7D3739}" destId="{CB3623DC-BC72-43B9-85AA-F254A8BDF0CA}" srcOrd="0" destOrd="0" presId="urn:microsoft.com/office/officeart/2008/layout/LinedList"/>
    <dgm:cxn modelId="{7C3D1C9B-EAD8-48C2-BA1D-452A65117C10}" srcId="{7E669A9D-DA97-4B7E-AEB2-5D201B7D3739}" destId="{1CBE5936-8D31-4083-B40C-FA25D29C2292}" srcOrd="1" destOrd="0" parTransId="{2C3133CA-0158-491A-8525-3B56113D183C}" sibTransId="{0C6637D8-0F10-43E5-9C13-81C667891A17}"/>
    <dgm:cxn modelId="{24BC8DCF-BF14-487A-9327-726EE5F8283B}" type="presOf" srcId="{7B007F3D-023F-4A07-87C0-8D5523A4C501}" destId="{DCB807CA-AE38-4027-A2DF-4D3646CF96E8}" srcOrd="0" destOrd="0" presId="urn:microsoft.com/office/officeart/2008/layout/LinedList"/>
    <dgm:cxn modelId="{834181D4-635B-449E-8F32-841DF431FF02}" srcId="{7E669A9D-DA97-4B7E-AEB2-5D201B7D3739}" destId="{7B007F3D-023F-4A07-87C0-8D5523A4C501}" srcOrd="0" destOrd="0" parTransId="{ACD9E7D4-7263-4A4A-A9DF-46875BCFB63F}" sibTransId="{B810E2E2-FA6F-4B02-99EB-D531D623425E}"/>
    <dgm:cxn modelId="{D8BB320B-89CF-4EB7-BE23-F759CD0F80AF}" type="presParOf" srcId="{CB3623DC-BC72-43B9-85AA-F254A8BDF0CA}" destId="{FC2206FA-99D5-46D9-80D2-1852DB7BA81F}" srcOrd="0" destOrd="0" presId="urn:microsoft.com/office/officeart/2008/layout/LinedList"/>
    <dgm:cxn modelId="{235A028E-8855-4C7D-A321-B5008C8867D8}" type="presParOf" srcId="{CB3623DC-BC72-43B9-85AA-F254A8BDF0CA}" destId="{C12084F7-AC32-43A2-95A5-A96841C68C7D}" srcOrd="1" destOrd="0" presId="urn:microsoft.com/office/officeart/2008/layout/LinedList"/>
    <dgm:cxn modelId="{C47F034B-921E-4743-AD8A-EC0F3E281479}" type="presParOf" srcId="{C12084F7-AC32-43A2-95A5-A96841C68C7D}" destId="{DCB807CA-AE38-4027-A2DF-4D3646CF96E8}" srcOrd="0" destOrd="0" presId="urn:microsoft.com/office/officeart/2008/layout/LinedList"/>
    <dgm:cxn modelId="{EC85535E-C239-4363-B414-56A07AEE9409}" type="presParOf" srcId="{C12084F7-AC32-43A2-95A5-A96841C68C7D}" destId="{13F2848F-8E53-48FA-AAAB-994EDCFA2EF4}" srcOrd="1" destOrd="0" presId="urn:microsoft.com/office/officeart/2008/layout/LinedList"/>
    <dgm:cxn modelId="{A9AB9DCB-2288-4AA4-BB38-665C44D663FD}" type="presParOf" srcId="{CB3623DC-BC72-43B9-85AA-F254A8BDF0CA}" destId="{4BBED252-DB3A-476B-A69F-0D6AD7372A2F}" srcOrd="2" destOrd="0" presId="urn:microsoft.com/office/officeart/2008/layout/LinedList"/>
    <dgm:cxn modelId="{AD3510B0-3685-4742-8035-22B34DD32AB6}" type="presParOf" srcId="{CB3623DC-BC72-43B9-85AA-F254A8BDF0CA}" destId="{35CE0A9A-0DAF-4C68-95AB-FB3FDE334050}" srcOrd="3" destOrd="0" presId="urn:microsoft.com/office/officeart/2008/layout/LinedList"/>
    <dgm:cxn modelId="{C4D5875D-2ED4-4533-A56C-B8B7721490C7}" type="presParOf" srcId="{35CE0A9A-0DAF-4C68-95AB-FB3FDE334050}" destId="{997D9443-0149-4CA6-9CFB-FB4CBE7EF5C4}" srcOrd="0" destOrd="0" presId="urn:microsoft.com/office/officeart/2008/layout/LinedList"/>
    <dgm:cxn modelId="{83A4CC72-41B1-4CCC-90AA-B6E8A2EB6908}" type="presParOf" srcId="{35CE0A9A-0DAF-4C68-95AB-FB3FDE334050}" destId="{B190E367-3BF6-47FF-BE3F-93D79AD0BD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206FA-99D5-46D9-80D2-1852DB7BA81F}">
      <dsp:nvSpPr>
        <dsp:cNvPr id="0" name=""/>
        <dsp:cNvSpPr/>
      </dsp:nvSpPr>
      <dsp:spPr>
        <a:xfrm>
          <a:off x="0" y="0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807CA-AE38-4027-A2DF-4D3646CF96E8}">
      <dsp:nvSpPr>
        <dsp:cNvPr id="0" name=""/>
        <dsp:cNvSpPr/>
      </dsp:nvSpPr>
      <dsp:spPr>
        <a:xfrm>
          <a:off x="0" y="0"/>
          <a:ext cx="10869612" cy="900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Grove Beginner Kit For Arduino </a:t>
          </a:r>
          <a:r>
            <a:rPr lang="en-US" sz="1400" kern="1200" dirty="0"/>
            <a:t>– includes the Arduino development board and peripherals - </a:t>
          </a:r>
          <a:r>
            <a:rPr lang="en-US" sz="1400" kern="1200" dirty="0">
              <a:hlinkClick xmlns:r="http://schemas.openxmlformats.org/officeDocument/2006/relationships" r:id="rId1"/>
            </a:rPr>
            <a:t>https://wiki.seeedstudio.com/Grove-Beginner-Kit-For-Arduino</a:t>
          </a:r>
          <a:endParaRPr lang="en-US" sz="1400" kern="1200" dirty="0"/>
        </a:p>
      </dsp:txBody>
      <dsp:txXfrm>
        <a:off x="0" y="0"/>
        <a:ext cx="10869612" cy="900112"/>
      </dsp:txXfrm>
    </dsp:sp>
    <dsp:sp modelId="{249F3836-89E5-41A8-B195-025402992A87}">
      <dsp:nvSpPr>
        <dsp:cNvPr id="0" name=""/>
        <dsp:cNvSpPr/>
      </dsp:nvSpPr>
      <dsp:spPr>
        <a:xfrm>
          <a:off x="0" y="900112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CE4C8-B127-4168-BF55-00B39E26B6E6}">
      <dsp:nvSpPr>
        <dsp:cNvPr id="0" name=""/>
        <dsp:cNvSpPr/>
      </dsp:nvSpPr>
      <dsp:spPr>
        <a:xfrm>
          <a:off x="0" y="900112"/>
          <a:ext cx="10869612" cy="900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ADALM 2000 </a:t>
          </a:r>
          <a:r>
            <a:rPr lang="en-US" sz="1400" kern="1200" dirty="0"/>
            <a:t>– encompasses several instruments among them is the oscilloscope - </a:t>
          </a:r>
          <a:r>
            <a:rPr lang="en-US" sz="1400" kern="1200" dirty="0">
              <a:hlinkClick xmlns:r="http://schemas.openxmlformats.org/officeDocument/2006/relationships" r:id="rId2"/>
            </a:rPr>
            <a:t>https://wiki.analog.com/university/tools/m2k/users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hlinkClick xmlns:r="http://schemas.openxmlformats.org/officeDocument/2006/relationships" r:id="rId3"/>
            </a:rPr>
            <a:t>https://www.youtube.com/playlist?list=PLE6soOeVPOJ0Pj5sMui4KPDiTa7HY50y3</a:t>
          </a:r>
          <a:endParaRPr lang="en-US" sz="1400" kern="1200" dirty="0"/>
        </a:p>
      </dsp:txBody>
      <dsp:txXfrm>
        <a:off x="0" y="900112"/>
        <a:ext cx="10869612" cy="900112"/>
      </dsp:txXfrm>
    </dsp:sp>
    <dsp:sp modelId="{E2BBECFF-BA02-48F6-9BA1-220641B4B487}">
      <dsp:nvSpPr>
        <dsp:cNvPr id="0" name=""/>
        <dsp:cNvSpPr/>
      </dsp:nvSpPr>
      <dsp:spPr>
        <a:xfrm>
          <a:off x="0" y="1800224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A020A-7261-48A7-B0E9-0C0A630613A2}">
      <dsp:nvSpPr>
        <dsp:cNvPr id="0" name=""/>
        <dsp:cNvSpPr/>
      </dsp:nvSpPr>
      <dsp:spPr>
        <a:xfrm>
          <a:off x="0" y="1800224"/>
          <a:ext cx="10869612" cy="900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Seeed</a:t>
          </a:r>
          <a:r>
            <a:rPr lang="en-US" sz="1400" b="1" kern="1200" dirty="0"/>
            <a:t> Grove Beginner kit for Arduino Education </a:t>
          </a:r>
          <a:r>
            <a:rPr lang="en-US" sz="1400" b="1" u="sng" kern="1200" dirty="0"/>
            <a:t>add on pack </a:t>
          </a:r>
          <a:r>
            <a:rPr lang="en-US" sz="1400" kern="1200" dirty="0"/>
            <a:t>–</a:t>
          </a:r>
          <a:br>
            <a:rPr lang="en-US" sz="1400" kern="1200" dirty="0"/>
          </a:br>
          <a:r>
            <a:rPr lang="en-US" sz="1400" kern="1200" dirty="0">
              <a:hlinkClick xmlns:r="http://schemas.openxmlformats.org/officeDocument/2006/relationships" r:id="rId4"/>
            </a:rPr>
            <a:t>https://www.ratoeducation.be/fr/grove-beginner-kit-for-arduino-education-add-on-pa.html</a:t>
          </a:r>
          <a:br>
            <a:rPr lang="en-US" sz="1400" kern="1200" dirty="0"/>
          </a:br>
          <a:r>
            <a:rPr lang="en-US" sz="1400" kern="1200" dirty="0">
              <a:hlinkClick xmlns:r="http://schemas.openxmlformats.org/officeDocument/2006/relationships" r:id="rId5"/>
            </a:rPr>
            <a:t>https://wiki.seeedstudio.com/Grove-Beginner-Kit-for-Arduino-education-pack/</a:t>
          </a:r>
          <a:br>
            <a:rPr lang="en-US" sz="1400" kern="1200" dirty="0"/>
          </a:br>
          <a:endParaRPr lang="en-US" sz="1400" kern="1200" dirty="0"/>
        </a:p>
      </dsp:txBody>
      <dsp:txXfrm>
        <a:off x="0" y="1800224"/>
        <a:ext cx="10869612" cy="900112"/>
      </dsp:txXfrm>
    </dsp:sp>
    <dsp:sp modelId="{B86C602D-E9E0-4F58-895A-C14EF70EC83C}">
      <dsp:nvSpPr>
        <dsp:cNvPr id="0" name=""/>
        <dsp:cNvSpPr/>
      </dsp:nvSpPr>
      <dsp:spPr>
        <a:xfrm>
          <a:off x="0" y="2700337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0BD660-31F0-41D4-A57E-8D00DEC47773}">
      <dsp:nvSpPr>
        <dsp:cNvPr id="0" name=""/>
        <dsp:cNvSpPr/>
      </dsp:nvSpPr>
      <dsp:spPr>
        <a:xfrm>
          <a:off x="0" y="2700337"/>
          <a:ext cx="10869612" cy="900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Handful of connecting wires</a:t>
          </a:r>
        </a:p>
      </dsp:txBody>
      <dsp:txXfrm>
        <a:off x="0" y="2700337"/>
        <a:ext cx="10869612" cy="9001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206FA-99D5-46D9-80D2-1852DB7BA81F}">
      <dsp:nvSpPr>
        <dsp:cNvPr id="0" name=""/>
        <dsp:cNvSpPr/>
      </dsp:nvSpPr>
      <dsp:spPr>
        <a:xfrm>
          <a:off x="0" y="1758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807CA-AE38-4027-A2DF-4D3646CF96E8}">
      <dsp:nvSpPr>
        <dsp:cNvPr id="0" name=""/>
        <dsp:cNvSpPr/>
      </dsp:nvSpPr>
      <dsp:spPr>
        <a:xfrm>
          <a:off x="0" y="1758"/>
          <a:ext cx="2173922" cy="11989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Connecting the </a:t>
          </a:r>
          <a:r>
            <a:rPr lang="en-US" sz="1900" kern="1200" dirty="0" err="1"/>
            <a:t>scopy</a:t>
          </a:r>
          <a:r>
            <a:rPr lang="en-US" sz="1900" kern="1200" dirty="0"/>
            <a:t> and Grove kit to the computer via USB</a:t>
          </a:r>
        </a:p>
      </dsp:txBody>
      <dsp:txXfrm>
        <a:off x="0" y="1758"/>
        <a:ext cx="2173922" cy="1198977"/>
      </dsp:txXfrm>
    </dsp:sp>
    <dsp:sp modelId="{E9611A43-D07E-4BAB-92E0-CB2CE36F1F01}">
      <dsp:nvSpPr>
        <dsp:cNvPr id="0" name=""/>
        <dsp:cNvSpPr/>
      </dsp:nvSpPr>
      <dsp:spPr>
        <a:xfrm>
          <a:off x="0" y="1200736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B8483-B9A8-405C-8AA9-A2685BBBB6B3}">
      <dsp:nvSpPr>
        <dsp:cNvPr id="0" name=""/>
        <dsp:cNvSpPr/>
      </dsp:nvSpPr>
      <dsp:spPr>
        <a:xfrm>
          <a:off x="0" y="1200736"/>
          <a:ext cx="2173922" cy="11989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Installing software </a:t>
          </a:r>
        </a:p>
      </dsp:txBody>
      <dsp:txXfrm>
        <a:off x="0" y="1200736"/>
        <a:ext cx="2173922" cy="1198977"/>
      </dsp:txXfrm>
    </dsp:sp>
    <dsp:sp modelId="{D33AB071-EC5B-45AB-95FB-8093ED4C915E}">
      <dsp:nvSpPr>
        <dsp:cNvPr id="0" name=""/>
        <dsp:cNvSpPr/>
      </dsp:nvSpPr>
      <dsp:spPr>
        <a:xfrm>
          <a:off x="2336966" y="1214830"/>
          <a:ext cx="8532645" cy="281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Arduino IDE - </a:t>
          </a:r>
          <a:r>
            <a:rPr lang="en-US" sz="1000" kern="1200" dirty="0">
              <a:hlinkClick xmlns:r="http://schemas.openxmlformats.org/officeDocument/2006/relationships" r:id="rId1"/>
            </a:rPr>
            <a:t>https://www.arduino.cc/en/software</a:t>
          </a:r>
          <a:endParaRPr lang="en-US" sz="1000" kern="1200" dirty="0"/>
        </a:p>
      </dsp:txBody>
      <dsp:txXfrm>
        <a:off x="2336966" y="1214830"/>
        <a:ext cx="8532645" cy="281888"/>
      </dsp:txXfrm>
    </dsp:sp>
    <dsp:sp modelId="{18AE60BC-8A1D-44E9-BC1D-73EA4FF1C15A}">
      <dsp:nvSpPr>
        <dsp:cNvPr id="0" name=""/>
        <dsp:cNvSpPr/>
      </dsp:nvSpPr>
      <dsp:spPr>
        <a:xfrm>
          <a:off x="2173922" y="1496719"/>
          <a:ext cx="86956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7208D-6F96-4E7D-9292-9CFD2DA65643}">
      <dsp:nvSpPr>
        <dsp:cNvPr id="0" name=""/>
        <dsp:cNvSpPr/>
      </dsp:nvSpPr>
      <dsp:spPr>
        <a:xfrm>
          <a:off x="2336966" y="1510813"/>
          <a:ext cx="8532645" cy="281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/>
            <a:t>Scopy</a:t>
          </a:r>
          <a:r>
            <a:rPr lang="en-US" sz="1000" kern="1200" dirty="0"/>
            <a:t> (installed) - </a:t>
          </a:r>
          <a:r>
            <a:rPr lang="en-US" sz="1000" kern="1200" dirty="0">
              <a:hlinkClick xmlns:r="http://schemas.openxmlformats.org/officeDocument/2006/relationships" r:id="rId2"/>
            </a:rPr>
            <a:t>https://wiki.analog.com/university/tools/m2k/scopy</a:t>
          </a:r>
          <a:endParaRPr lang="en-US" sz="1000" kern="1200" dirty="0"/>
        </a:p>
      </dsp:txBody>
      <dsp:txXfrm>
        <a:off x="2336966" y="1510813"/>
        <a:ext cx="8532645" cy="281888"/>
      </dsp:txXfrm>
    </dsp:sp>
    <dsp:sp modelId="{3662F32E-4E92-45DC-997A-A02A0C2E665C}">
      <dsp:nvSpPr>
        <dsp:cNvPr id="0" name=""/>
        <dsp:cNvSpPr/>
      </dsp:nvSpPr>
      <dsp:spPr>
        <a:xfrm>
          <a:off x="2173922" y="1792702"/>
          <a:ext cx="86956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BE1C4B-0604-4719-9D4C-A943D5F194F6}">
      <dsp:nvSpPr>
        <dsp:cNvPr id="0" name=""/>
        <dsp:cNvSpPr/>
      </dsp:nvSpPr>
      <dsp:spPr>
        <a:xfrm>
          <a:off x="2336966" y="1806796"/>
          <a:ext cx="8532645" cy="281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Visual Studio code - </a:t>
          </a:r>
          <a:r>
            <a:rPr lang="en-US" sz="1000" kern="1200" dirty="0">
              <a:hlinkClick xmlns:r="http://schemas.openxmlformats.org/officeDocument/2006/relationships" r:id="rId3"/>
            </a:rPr>
            <a:t>https://code.visualstudio.com/</a:t>
          </a:r>
          <a:endParaRPr lang="en-US" sz="1000" kern="1200" dirty="0"/>
        </a:p>
      </dsp:txBody>
      <dsp:txXfrm>
        <a:off x="2336966" y="1806796"/>
        <a:ext cx="8532645" cy="281888"/>
      </dsp:txXfrm>
    </dsp:sp>
    <dsp:sp modelId="{DDEA0132-0047-4D5C-8180-1468B2A540C6}">
      <dsp:nvSpPr>
        <dsp:cNvPr id="0" name=""/>
        <dsp:cNvSpPr/>
      </dsp:nvSpPr>
      <dsp:spPr>
        <a:xfrm>
          <a:off x="2173922" y="2088685"/>
          <a:ext cx="86956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117E9-DA31-48BD-93EA-0D6B47429974}">
      <dsp:nvSpPr>
        <dsp:cNvPr id="0" name=""/>
        <dsp:cNvSpPr/>
      </dsp:nvSpPr>
      <dsp:spPr>
        <a:xfrm>
          <a:off x="2336966" y="2102779"/>
          <a:ext cx="8532645" cy="281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/>
            <a:t>Github</a:t>
          </a:r>
          <a:r>
            <a:rPr lang="en-US" sz="1000" kern="1200" dirty="0"/>
            <a:t> Desktop - </a:t>
          </a:r>
          <a:r>
            <a:rPr lang="en-US" sz="1000" kern="1200" dirty="0">
              <a:hlinkClick xmlns:r="http://schemas.openxmlformats.org/officeDocument/2006/relationships" r:id="rId4"/>
            </a:rPr>
            <a:t>https://github.com/apps/desktop</a:t>
          </a:r>
          <a:endParaRPr lang="en-US" sz="1000" kern="1200" dirty="0"/>
        </a:p>
      </dsp:txBody>
      <dsp:txXfrm>
        <a:off x="2336966" y="2102779"/>
        <a:ext cx="8532645" cy="281888"/>
      </dsp:txXfrm>
    </dsp:sp>
    <dsp:sp modelId="{42377A40-DAE8-4FF3-8BFA-A6F75B24918E}">
      <dsp:nvSpPr>
        <dsp:cNvPr id="0" name=""/>
        <dsp:cNvSpPr/>
      </dsp:nvSpPr>
      <dsp:spPr>
        <a:xfrm>
          <a:off x="2173922" y="2384668"/>
          <a:ext cx="86956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0983A0-FC5A-4AE4-8EA8-1C88C11A2CB4}">
      <dsp:nvSpPr>
        <dsp:cNvPr id="0" name=""/>
        <dsp:cNvSpPr/>
      </dsp:nvSpPr>
      <dsp:spPr>
        <a:xfrm>
          <a:off x="0" y="2399713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059B8-1237-4334-8CC8-DEE1EAB94597}">
      <dsp:nvSpPr>
        <dsp:cNvPr id="0" name=""/>
        <dsp:cNvSpPr/>
      </dsp:nvSpPr>
      <dsp:spPr>
        <a:xfrm>
          <a:off x="0" y="2399713"/>
          <a:ext cx="2173922" cy="11989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Configuring software</a:t>
          </a:r>
        </a:p>
      </dsp:txBody>
      <dsp:txXfrm>
        <a:off x="0" y="2399713"/>
        <a:ext cx="2173922" cy="1198977"/>
      </dsp:txXfrm>
    </dsp:sp>
    <dsp:sp modelId="{9E3A6F0F-1A75-4554-A58A-BC883C79665D}">
      <dsp:nvSpPr>
        <dsp:cNvPr id="0" name=""/>
        <dsp:cNvSpPr/>
      </dsp:nvSpPr>
      <dsp:spPr>
        <a:xfrm>
          <a:off x="2336966" y="2411012"/>
          <a:ext cx="8532645" cy="22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Python plugin in visual code</a:t>
          </a:r>
        </a:p>
      </dsp:txBody>
      <dsp:txXfrm>
        <a:off x="2336966" y="2411012"/>
        <a:ext cx="8532645" cy="225979"/>
      </dsp:txXfrm>
    </dsp:sp>
    <dsp:sp modelId="{65ABC2F0-DAB2-48C7-854A-7E0EE7E47662}">
      <dsp:nvSpPr>
        <dsp:cNvPr id="0" name=""/>
        <dsp:cNvSpPr/>
      </dsp:nvSpPr>
      <dsp:spPr>
        <a:xfrm>
          <a:off x="2173922" y="2636992"/>
          <a:ext cx="86956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B816D-917A-4A4F-BEF0-B2FF93FB8B19}">
      <dsp:nvSpPr>
        <dsp:cNvPr id="0" name=""/>
        <dsp:cNvSpPr/>
      </dsp:nvSpPr>
      <dsp:spPr>
        <a:xfrm>
          <a:off x="2336966" y="2648291"/>
          <a:ext cx="8532645" cy="22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/>
            <a:t>Github</a:t>
          </a:r>
          <a:r>
            <a:rPr lang="en-US" sz="1000" kern="1200" dirty="0"/>
            <a:t> copilot plugin in visual code</a:t>
          </a:r>
        </a:p>
      </dsp:txBody>
      <dsp:txXfrm>
        <a:off x="2336966" y="2648291"/>
        <a:ext cx="8532645" cy="225979"/>
      </dsp:txXfrm>
    </dsp:sp>
    <dsp:sp modelId="{909E1342-3C35-4516-B8D0-8FA7927DD264}">
      <dsp:nvSpPr>
        <dsp:cNvPr id="0" name=""/>
        <dsp:cNvSpPr/>
      </dsp:nvSpPr>
      <dsp:spPr>
        <a:xfrm>
          <a:off x="2173922" y="2874270"/>
          <a:ext cx="86956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134B0F-49A1-4252-9E7C-D6B12F041754}">
      <dsp:nvSpPr>
        <dsp:cNvPr id="0" name=""/>
        <dsp:cNvSpPr/>
      </dsp:nvSpPr>
      <dsp:spPr>
        <a:xfrm>
          <a:off x="2336966" y="2885569"/>
          <a:ext cx="8532645" cy="22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Install packages in Arduino</a:t>
          </a:r>
        </a:p>
      </dsp:txBody>
      <dsp:txXfrm>
        <a:off x="2336966" y="2885569"/>
        <a:ext cx="8532645" cy="225979"/>
      </dsp:txXfrm>
    </dsp:sp>
    <dsp:sp modelId="{80AEB66A-E604-4717-8D8D-92103A686D69}">
      <dsp:nvSpPr>
        <dsp:cNvPr id="0" name=""/>
        <dsp:cNvSpPr/>
      </dsp:nvSpPr>
      <dsp:spPr>
        <a:xfrm>
          <a:off x="2173922" y="3111548"/>
          <a:ext cx="86956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4D66B-2472-45FC-9BA1-0DFFFA22153B}">
      <dsp:nvSpPr>
        <dsp:cNvPr id="0" name=""/>
        <dsp:cNvSpPr/>
      </dsp:nvSpPr>
      <dsp:spPr>
        <a:xfrm>
          <a:off x="2336966" y="3122847"/>
          <a:ext cx="8532645" cy="22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Choosing a serial port and board in the Arduino IDE</a:t>
          </a:r>
        </a:p>
      </dsp:txBody>
      <dsp:txXfrm>
        <a:off x="2336966" y="3122847"/>
        <a:ext cx="8532645" cy="225979"/>
      </dsp:txXfrm>
    </dsp:sp>
    <dsp:sp modelId="{E947A6F3-C356-4979-84E4-6477A632B0F0}">
      <dsp:nvSpPr>
        <dsp:cNvPr id="0" name=""/>
        <dsp:cNvSpPr/>
      </dsp:nvSpPr>
      <dsp:spPr>
        <a:xfrm>
          <a:off x="2173922" y="3348826"/>
          <a:ext cx="86956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E00739-48C5-4BCD-9993-C42F21DBBEE5}">
      <dsp:nvSpPr>
        <dsp:cNvPr id="0" name=""/>
        <dsp:cNvSpPr/>
      </dsp:nvSpPr>
      <dsp:spPr>
        <a:xfrm>
          <a:off x="2336966" y="3360125"/>
          <a:ext cx="8532645" cy="22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Creating a python environment using </a:t>
          </a:r>
          <a:r>
            <a:rPr lang="en-US" sz="1000" kern="1200" dirty="0" err="1"/>
            <a:t>Conda</a:t>
          </a:r>
          <a:endParaRPr lang="en-US" sz="1000" kern="1200" dirty="0"/>
        </a:p>
      </dsp:txBody>
      <dsp:txXfrm>
        <a:off x="2336966" y="3360125"/>
        <a:ext cx="8532645" cy="225979"/>
      </dsp:txXfrm>
    </dsp:sp>
    <dsp:sp modelId="{A751C40D-0BBC-40BE-B1AA-641CC931EB2A}">
      <dsp:nvSpPr>
        <dsp:cNvPr id="0" name=""/>
        <dsp:cNvSpPr/>
      </dsp:nvSpPr>
      <dsp:spPr>
        <a:xfrm>
          <a:off x="2173922" y="3586105"/>
          <a:ext cx="86956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0BC57-15B5-4986-9FAD-8CF68111242C}">
      <dsp:nvSpPr>
        <dsp:cNvPr id="0" name=""/>
        <dsp:cNvSpPr/>
      </dsp:nvSpPr>
      <dsp:spPr>
        <a:xfrm>
          <a:off x="0" y="439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79E9C-E84A-4CA9-B09D-506074CADF00}">
      <dsp:nvSpPr>
        <dsp:cNvPr id="0" name=""/>
        <dsp:cNvSpPr/>
      </dsp:nvSpPr>
      <dsp:spPr>
        <a:xfrm>
          <a:off x="0" y="439"/>
          <a:ext cx="10869612" cy="3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Developing automation devices for experimental setups using hands-on approach.</a:t>
          </a:r>
        </a:p>
      </dsp:txBody>
      <dsp:txXfrm>
        <a:off x="0" y="439"/>
        <a:ext cx="10869612" cy="399952"/>
      </dsp:txXfrm>
    </dsp:sp>
    <dsp:sp modelId="{3C61B3AF-7089-4328-BA68-A489FD8D4746}">
      <dsp:nvSpPr>
        <dsp:cNvPr id="0" name=""/>
        <dsp:cNvSpPr/>
      </dsp:nvSpPr>
      <dsp:spPr>
        <a:xfrm>
          <a:off x="0" y="400391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4598E-5183-46A5-A509-18D392D97CFE}">
      <dsp:nvSpPr>
        <dsp:cNvPr id="0" name=""/>
        <dsp:cNvSpPr/>
      </dsp:nvSpPr>
      <dsp:spPr>
        <a:xfrm>
          <a:off x="0" y="400391"/>
          <a:ext cx="10869612" cy="3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Learning to program computer programs using two programming languages, namely C and Python</a:t>
          </a:r>
        </a:p>
      </dsp:txBody>
      <dsp:txXfrm>
        <a:off x="0" y="400391"/>
        <a:ext cx="10869612" cy="399952"/>
      </dsp:txXfrm>
    </dsp:sp>
    <dsp:sp modelId="{DFE8E378-9A51-4CF9-8637-1D1A83C82D7D}">
      <dsp:nvSpPr>
        <dsp:cNvPr id="0" name=""/>
        <dsp:cNvSpPr/>
      </dsp:nvSpPr>
      <dsp:spPr>
        <a:xfrm>
          <a:off x="0" y="800344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72CC8-33D9-4D99-84CB-36483E977C56}">
      <dsp:nvSpPr>
        <dsp:cNvPr id="0" name=""/>
        <dsp:cNvSpPr/>
      </dsp:nvSpPr>
      <dsp:spPr>
        <a:xfrm>
          <a:off x="0" y="800344"/>
          <a:ext cx="10869612" cy="3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Learning what is the Oscilloscope (scope in short) and how to use it and other instruments such as logic analyzers, signal generators and digital multimeters in the context of building a microcontroller based device</a:t>
          </a:r>
        </a:p>
      </dsp:txBody>
      <dsp:txXfrm>
        <a:off x="0" y="800344"/>
        <a:ext cx="10869612" cy="399952"/>
      </dsp:txXfrm>
    </dsp:sp>
    <dsp:sp modelId="{E94F8A2E-B325-4A1F-94E4-418F67D378DA}">
      <dsp:nvSpPr>
        <dsp:cNvPr id="0" name=""/>
        <dsp:cNvSpPr/>
      </dsp:nvSpPr>
      <dsp:spPr>
        <a:xfrm>
          <a:off x="0" y="1200296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4FC29-C853-4807-B01C-72CA90735D0F}">
      <dsp:nvSpPr>
        <dsp:cNvPr id="0" name=""/>
        <dsp:cNvSpPr/>
      </dsp:nvSpPr>
      <dsp:spPr>
        <a:xfrm>
          <a:off x="0" y="1200296"/>
          <a:ext cx="10869612" cy="3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 the Arduino framework and  micro-controller as our main device for developing experimental setups</a:t>
          </a:r>
        </a:p>
      </dsp:txBody>
      <dsp:txXfrm>
        <a:off x="0" y="1200296"/>
        <a:ext cx="10869612" cy="399952"/>
      </dsp:txXfrm>
    </dsp:sp>
    <dsp:sp modelId="{C0ED3241-988B-4451-B0A7-C7638003A41B}">
      <dsp:nvSpPr>
        <dsp:cNvPr id="0" name=""/>
        <dsp:cNvSpPr/>
      </dsp:nvSpPr>
      <dsp:spPr>
        <a:xfrm>
          <a:off x="0" y="1600248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CEC56-09EE-4107-BB38-A6F4BCBF4D18}">
      <dsp:nvSpPr>
        <dsp:cNvPr id="0" name=""/>
        <dsp:cNvSpPr/>
      </dsp:nvSpPr>
      <dsp:spPr>
        <a:xfrm>
          <a:off x="0" y="1600248"/>
          <a:ext cx="10869612" cy="3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Learn how to use and operate several peripheral devices to the Arduino, such as: Pushbutton, Potentiometer knob, OLED screen, Servo and DC motors and accelerometer</a:t>
          </a:r>
        </a:p>
      </dsp:txBody>
      <dsp:txXfrm>
        <a:off x="0" y="1600248"/>
        <a:ext cx="10869612" cy="399952"/>
      </dsp:txXfrm>
    </dsp:sp>
    <dsp:sp modelId="{70941F80-F012-4510-B646-9064E73D997C}">
      <dsp:nvSpPr>
        <dsp:cNvPr id="0" name=""/>
        <dsp:cNvSpPr/>
      </dsp:nvSpPr>
      <dsp:spPr>
        <a:xfrm>
          <a:off x="0" y="2000201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87F8C-54ED-45CB-ABE6-BE65A3072DF8}">
      <dsp:nvSpPr>
        <dsp:cNvPr id="0" name=""/>
        <dsp:cNvSpPr/>
      </dsp:nvSpPr>
      <dsp:spPr>
        <a:xfrm>
          <a:off x="0" y="2000201"/>
          <a:ext cx="10869612" cy="3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Learn how to establish a communication link via the serial port between the PC and the </a:t>
          </a:r>
          <a:r>
            <a:rPr lang="en-US" sz="1100" kern="1200" dirty="0" err="1"/>
            <a:t>uController</a:t>
          </a:r>
          <a:r>
            <a:rPr lang="en-US" sz="1100" kern="1200" dirty="0"/>
            <a:t> and how to look at the data in real time using the Oscilloscope to debug potential bugs.</a:t>
          </a:r>
        </a:p>
      </dsp:txBody>
      <dsp:txXfrm>
        <a:off x="0" y="2000201"/>
        <a:ext cx="10869612" cy="399952"/>
      </dsp:txXfrm>
    </dsp:sp>
    <dsp:sp modelId="{CB9A77F2-C069-45D1-8A1B-D80DF06FF67B}">
      <dsp:nvSpPr>
        <dsp:cNvPr id="0" name=""/>
        <dsp:cNvSpPr/>
      </dsp:nvSpPr>
      <dsp:spPr>
        <a:xfrm>
          <a:off x="0" y="2400153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7D5FC-409B-4029-8622-D3218604FF80}">
      <dsp:nvSpPr>
        <dsp:cNvPr id="0" name=""/>
        <dsp:cNvSpPr/>
      </dsp:nvSpPr>
      <dsp:spPr>
        <a:xfrm>
          <a:off x="0" y="2400153"/>
          <a:ext cx="10869612" cy="3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Learn about concept of latency and how it is minimized when using a </a:t>
          </a:r>
          <a:r>
            <a:rPr lang="en-US" sz="1100" kern="1200" dirty="0" err="1"/>
            <a:t>uController</a:t>
          </a:r>
          <a:r>
            <a:rPr lang="en-US" sz="1100" kern="1200" dirty="0"/>
            <a:t>. We will measure the latency of our systems using the scope</a:t>
          </a:r>
        </a:p>
      </dsp:txBody>
      <dsp:txXfrm>
        <a:off x="0" y="2400153"/>
        <a:ext cx="10869612" cy="399952"/>
      </dsp:txXfrm>
    </dsp:sp>
    <dsp:sp modelId="{62EE132E-4649-4885-8980-5EBA70025FA0}">
      <dsp:nvSpPr>
        <dsp:cNvPr id="0" name=""/>
        <dsp:cNvSpPr/>
      </dsp:nvSpPr>
      <dsp:spPr>
        <a:xfrm>
          <a:off x="0" y="2800105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5EB5D-E781-43AD-9633-5A4AD614A3C4}">
      <dsp:nvSpPr>
        <dsp:cNvPr id="0" name=""/>
        <dsp:cNvSpPr/>
      </dsp:nvSpPr>
      <dsp:spPr>
        <a:xfrm>
          <a:off x="0" y="2800105"/>
          <a:ext cx="10869612" cy="3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Working with Git and open source projects.</a:t>
          </a:r>
        </a:p>
      </dsp:txBody>
      <dsp:txXfrm>
        <a:off x="0" y="2800105"/>
        <a:ext cx="10869612" cy="399952"/>
      </dsp:txXfrm>
    </dsp:sp>
    <dsp:sp modelId="{462C60CB-FB09-4CB4-B4C6-B3A435203126}">
      <dsp:nvSpPr>
        <dsp:cNvPr id="0" name=""/>
        <dsp:cNvSpPr/>
      </dsp:nvSpPr>
      <dsp:spPr>
        <a:xfrm>
          <a:off x="0" y="3200058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BB602-42E6-4469-BFFA-A54426E70020}">
      <dsp:nvSpPr>
        <dsp:cNvPr id="0" name=""/>
        <dsp:cNvSpPr/>
      </dsp:nvSpPr>
      <dsp:spPr>
        <a:xfrm>
          <a:off x="0" y="3200058"/>
          <a:ext cx="10869612" cy="3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Learning basic concepts in electronics such as for example: Voltage and Current</a:t>
          </a:r>
        </a:p>
      </dsp:txBody>
      <dsp:txXfrm>
        <a:off x="0" y="3200058"/>
        <a:ext cx="10869612" cy="3999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206FA-99D5-46D9-80D2-1852DB7BA81F}">
      <dsp:nvSpPr>
        <dsp:cNvPr id="0" name=""/>
        <dsp:cNvSpPr/>
      </dsp:nvSpPr>
      <dsp:spPr>
        <a:xfrm>
          <a:off x="0" y="0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807CA-AE38-4027-A2DF-4D3646CF96E8}">
      <dsp:nvSpPr>
        <dsp:cNvPr id="0" name=""/>
        <dsp:cNvSpPr/>
      </dsp:nvSpPr>
      <dsp:spPr>
        <a:xfrm>
          <a:off x="0" y="0"/>
          <a:ext cx="10869612" cy="180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Testing the Grove (Arduino Setup)  - Test writing an example to the board</a:t>
          </a:r>
        </a:p>
      </dsp:txBody>
      <dsp:txXfrm>
        <a:off x="0" y="0"/>
        <a:ext cx="10869612" cy="1800224"/>
      </dsp:txXfrm>
    </dsp:sp>
    <dsp:sp modelId="{4BBED252-DB3A-476B-A69F-0D6AD7372A2F}">
      <dsp:nvSpPr>
        <dsp:cNvPr id="0" name=""/>
        <dsp:cNvSpPr/>
      </dsp:nvSpPr>
      <dsp:spPr>
        <a:xfrm>
          <a:off x="0" y="1800224"/>
          <a:ext cx="108696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D9443-0149-4CA6-9CFB-FB4CBE7EF5C4}">
      <dsp:nvSpPr>
        <dsp:cNvPr id="0" name=""/>
        <dsp:cNvSpPr/>
      </dsp:nvSpPr>
      <dsp:spPr>
        <a:xfrm>
          <a:off x="0" y="1800224"/>
          <a:ext cx="10869612" cy="1800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Test </a:t>
          </a:r>
          <a:r>
            <a:rPr lang="en-US" sz="4900" kern="1200" dirty="0" err="1"/>
            <a:t>Scopy</a:t>
          </a:r>
          <a:r>
            <a:rPr lang="en-US" sz="4900" kern="1200" dirty="0"/>
            <a:t> is functional by</a:t>
          </a:r>
          <a:r>
            <a:rPr lang="en-US" sz="4900" kern="1200" dirty="0">
              <a:latin typeface="Bahnschrift"/>
            </a:rPr>
            <a:t> </a:t>
          </a:r>
          <a:r>
            <a:rPr lang="en-US" sz="4900" kern="1200" dirty="0"/>
            <a:t> running the </a:t>
          </a:r>
          <a:r>
            <a:rPr lang="en-US" sz="4900" kern="1200" dirty="0" err="1"/>
            <a:t>scpe</a:t>
          </a:r>
          <a:r>
            <a:rPr lang="en-US" sz="4900" kern="1200" dirty="0"/>
            <a:t> instrument</a:t>
          </a:r>
        </a:p>
      </dsp:txBody>
      <dsp:txXfrm>
        <a:off x="0" y="1800224"/>
        <a:ext cx="10869612" cy="1800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18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19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5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25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8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1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5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4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6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9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40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11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izmann.ac.il/brain-sciences/worg/" TargetMode="External"/><Relationship Id="rId2" Type="http://schemas.openxmlformats.org/officeDocument/2006/relationships/hyperlink" Target="https://www.weizmann.ac.il/pcf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D90D76C-184F-4A96-8FE8-1114F8EE1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9DE355-E8A7-498B-A6A0-54D03B95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A5C89-14DE-BF58-BE69-8DDC02ECB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1122363"/>
            <a:ext cx="4910841" cy="2387600"/>
          </a:xfrm>
        </p:spPr>
        <p:txBody>
          <a:bodyPr>
            <a:normAutofit/>
          </a:bodyPr>
          <a:lstStyle/>
          <a:p>
            <a:r>
              <a:rPr lang="en-US" sz="5000" dirty="0"/>
              <a:t>Introduction to Lab Automation Course – day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E7A3-3CAE-8D5C-C257-356498F23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8"/>
            <a:ext cx="5611448" cy="1655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Instructors: 	Dr. Danielle Honigstein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	Dr. Lior Segev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12.7 </a:t>
            </a:r>
            <a:r>
              <a:rPr lang="en-US" b="1">
                <a:solidFill>
                  <a:schemeClr val="bg1"/>
                </a:solidFill>
              </a:rPr>
              <a:t>– 16.7 </a:t>
            </a:r>
            <a:r>
              <a:rPr lang="en-US" b="1" dirty="0">
                <a:solidFill>
                  <a:schemeClr val="bg1"/>
                </a:solidFill>
              </a:rPr>
              <a:t>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671CA-A4F4-7E27-BF98-58DE9C0D82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70" r="31895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0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56D7-4D1B-DDE6-FAFF-E682420F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Introducing the speakers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2D725-C8E6-5967-FA49-450951710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Physics Core Facilities – </a:t>
            </a:r>
            <a:r>
              <a:rPr lang="en-US" dirty="0">
                <a:hlinkClick r:id="rId2"/>
              </a:rPr>
              <a:t>https://www.weizmann.ac.il/pcf/</a:t>
            </a:r>
            <a:endParaRPr lang="en-US" dirty="0"/>
          </a:p>
          <a:p>
            <a:r>
              <a:rPr lang="en-US" dirty="0"/>
              <a:t>Lab Automation Unit – Lior Segev</a:t>
            </a:r>
          </a:p>
          <a:p>
            <a:endParaRPr lang="en-US" dirty="0"/>
          </a:p>
          <a:p>
            <a:r>
              <a:rPr lang="en-US" dirty="0"/>
              <a:t>Noam Sobel Lab - </a:t>
            </a:r>
            <a:r>
              <a:rPr lang="en-US" dirty="0">
                <a:hlinkClick r:id="rId3"/>
              </a:rPr>
              <a:t>https://www.weizmann.ac.il/brain-sciences/worg/</a:t>
            </a:r>
            <a:endParaRPr lang="en-US" dirty="0"/>
          </a:p>
          <a:p>
            <a:r>
              <a:rPr lang="en-US" dirty="0"/>
              <a:t>Senior developer - Danielle Honigstein</a:t>
            </a:r>
          </a:p>
        </p:txBody>
      </p:sp>
    </p:spTree>
    <p:extLst>
      <p:ext uri="{BB962C8B-B14F-4D97-AF65-F5344CB8AC3E}">
        <p14:creationId xmlns:p14="http://schemas.microsoft.com/office/powerpoint/2010/main" val="2334367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573D-47E7-84C0-37B3-47136015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you?</a:t>
            </a:r>
          </a:p>
        </p:txBody>
      </p:sp>
      <p:pic>
        <p:nvPicPr>
          <p:cNvPr id="5" name="Content Placeholder 4" descr="Magnifying glass and question mark">
            <a:extLst>
              <a:ext uri="{FF2B5EF4-FFF2-40B4-BE49-F238E27FC236}">
                <a16:creationId xmlns:a16="http://schemas.microsoft.com/office/drawing/2014/main" id="{B6ACA9CC-66AD-610B-E514-F171984E6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712" y="2576513"/>
            <a:ext cx="6400564" cy="3600450"/>
          </a:xfrm>
        </p:spPr>
      </p:pic>
    </p:spTree>
    <p:extLst>
      <p:ext uri="{BB962C8B-B14F-4D97-AF65-F5344CB8AC3E}">
        <p14:creationId xmlns:p14="http://schemas.microsoft.com/office/powerpoint/2010/main" val="277212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00ED-99B6-2C4A-5C0C-5F855A6C5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3FBDF-BF29-358C-F464-EEF1A15F2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You will be able to build an automated experimental setup in your lab using software (C and Python, etc.) and hardware (buttons, screens, motors, etc.)</a:t>
            </a:r>
          </a:p>
        </p:txBody>
      </p:sp>
    </p:spTree>
    <p:extLst>
      <p:ext uri="{BB962C8B-B14F-4D97-AF65-F5344CB8AC3E}">
        <p14:creationId xmlns:p14="http://schemas.microsoft.com/office/powerpoint/2010/main" val="715442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6E738-9CFB-91C9-04E1-0977C90A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B65D-6FA2-7F00-45F4-E006D1CF0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Attendance for course hours is mandatory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Submitting your project code and exercises via Git repo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20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4BA4-1C0A-DD5B-F87A-240B9162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List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3F3803-4328-029E-359C-D931D1432A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518809"/>
              </p:ext>
            </p:extLst>
          </p:nvPr>
        </p:nvGraphicFramePr>
        <p:xfrm>
          <a:off x="484188" y="2576513"/>
          <a:ext cx="10869612" cy="3600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6348CF8-3B75-DCB5-56DC-507E0176783C}"/>
              </a:ext>
            </a:extLst>
          </p:cNvPr>
          <p:cNvSpPr txBox="1"/>
          <p:nvPr/>
        </p:nvSpPr>
        <p:spPr>
          <a:xfrm>
            <a:off x="484188" y="5822156"/>
            <a:ext cx="1098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hardware will be reused in future courses. So, please take good care </a:t>
            </a:r>
            <a:r>
              <a:rPr lang="en-US"/>
              <a:t>of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64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E37A-47D4-B25C-A5F3-6C60C813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FFDC53-84F4-0573-B272-9C4B1A603A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865713"/>
              </p:ext>
            </p:extLst>
          </p:nvPr>
        </p:nvGraphicFramePr>
        <p:xfrm>
          <a:off x="484188" y="2576513"/>
          <a:ext cx="10869612" cy="3600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96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7114-EB17-442A-0152-339CD5AC4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Grover kit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32A0136-BB83-212B-7D65-C269CD3974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715" y="2753518"/>
            <a:ext cx="8278879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A4DAEE3-B894-19D4-B2F3-3373888B7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22" y="3036094"/>
            <a:ext cx="4633047" cy="303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448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6A0A-AF0D-19B7-8818-1D6C635B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Course Outline	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EF1EE1-37D2-5B83-8A3B-B35EA4A4D9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876524"/>
              </p:ext>
            </p:extLst>
          </p:nvPr>
        </p:nvGraphicFramePr>
        <p:xfrm>
          <a:off x="484188" y="2576513"/>
          <a:ext cx="10869612" cy="3600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2236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4D30A-0589-F2F6-93C2-7A3259C2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Arduino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C7A7CDC-13D2-0BCB-D8D2-E398413BA6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613" y="2576513"/>
            <a:ext cx="4704762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13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A2A2-D7EE-740D-0F1D-0A06076C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that everything works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2A1A93-41A2-0A9D-D204-24958E9FFF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951115"/>
              </p:ext>
            </p:extLst>
          </p:nvPr>
        </p:nvGraphicFramePr>
        <p:xfrm>
          <a:off x="484188" y="2576513"/>
          <a:ext cx="10869612" cy="3600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9031450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C0E59E99AE2C4BADB72C1FA0683809" ma:contentTypeVersion="16" ma:contentTypeDescription="Create a new document." ma:contentTypeScope="" ma:versionID="0a8963e309ccbeba8e41672f1aeb4c76">
  <xsd:schema xmlns:xsd="http://www.w3.org/2001/XMLSchema" xmlns:xs="http://www.w3.org/2001/XMLSchema" xmlns:p="http://schemas.microsoft.com/office/2006/metadata/properties" xmlns:ns3="8e3bef61-27f4-4a60-b2c5-7113298d803b" xmlns:ns4="4c42da83-a858-48ec-9806-d3a90fc976d5" targetNamespace="http://schemas.microsoft.com/office/2006/metadata/properties" ma:root="true" ma:fieldsID="5e02dbee32bfc0c8971b187d904c9da5" ns3:_="" ns4:_="">
    <xsd:import namespace="8e3bef61-27f4-4a60-b2c5-7113298d803b"/>
    <xsd:import namespace="4c42da83-a858-48ec-9806-d3a90fc976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3bef61-27f4-4a60-b2c5-7113298d80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42da83-a858-48ec-9806-d3a90fc976d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3bef61-27f4-4a60-b2c5-7113298d803b" xsi:nil="true"/>
  </documentManagement>
</p:properties>
</file>

<file path=customXml/itemProps1.xml><?xml version="1.0" encoding="utf-8"?>
<ds:datastoreItem xmlns:ds="http://schemas.openxmlformats.org/officeDocument/2006/customXml" ds:itemID="{A3F73400-EB01-4748-AC13-8811A6B2C3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AB4F3D-710D-4090-8B5F-EA921DB0D5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3bef61-27f4-4a60-b2c5-7113298d803b"/>
    <ds:schemaRef ds:uri="4c42da83-a858-48ec-9806-d3a90fc976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FA89B7-1051-4AD6-8113-54E0B0BFCF1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8e3bef61-27f4-4a60-b2c5-7113298d803b"/>
    <ds:schemaRef ds:uri="4c42da83-a858-48ec-9806-d3a90fc976d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4574</TotalTime>
  <Words>582</Words>
  <Application>Microsoft Office PowerPoint</Application>
  <PresentationFormat>מסך רחב</PresentationFormat>
  <Paragraphs>50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5" baseType="lpstr">
      <vt:lpstr>Arial</vt:lpstr>
      <vt:lpstr>Avenir Next LT Pro</vt:lpstr>
      <vt:lpstr>Bahnschrift</vt:lpstr>
      <vt:lpstr>MatrixVTI</vt:lpstr>
      <vt:lpstr>Introduction to Lab Automation Course – day 1</vt:lpstr>
      <vt:lpstr>Introducing the speakers</vt:lpstr>
      <vt:lpstr>How about you?</vt:lpstr>
      <vt:lpstr>Course Goals</vt:lpstr>
      <vt:lpstr>Course Requirements</vt:lpstr>
      <vt:lpstr>Inventory List</vt:lpstr>
      <vt:lpstr>Setting up</vt:lpstr>
      <vt:lpstr>Grover kit</vt:lpstr>
      <vt:lpstr>Course Outline </vt:lpstr>
      <vt:lpstr>The Arduino</vt:lpstr>
      <vt:lpstr>Testing that everything works</vt:lpstr>
    </vt:vector>
  </TitlesOfParts>
  <Company>Weizmann Institute of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Lab Automation Course – day 1</dc:title>
  <dc:creator>Lior Segev</dc:creator>
  <cp:lastModifiedBy>WICC Class User</cp:lastModifiedBy>
  <cp:revision>3</cp:revision>
  <dcterms:created xsi:type="dcterms:W3CDTF">2024-07-07T09:38:36Z</dcterms:created>
  <dcterms:modified xsi:type="dcterms:W3CDTF">2026-07-12T06:09:35Z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0x01010078C0E59E99AE2C4BADB72C1FA0683809</vt:lpwstr>
  </property>
</Properties>
</file>